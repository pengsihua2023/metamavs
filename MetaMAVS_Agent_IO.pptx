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RUN GENOME_72 · 6 AI AGENTS: DATA → INFERENCE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AI Agent：各自分析了什么数据，推理出了什么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Sapelo2 run · 样本 Genome_72 · GOTTCHA2+FastQC+CheckV(+RVDB) · overall High · 后端 Gemma 4 E2B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200400" cy="12344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834640"/>
            <a:ext cx="3200400" cy="41148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确定性算好的数据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FastQC/GOTTCHA2/CheckV/RVDB/趋势/风险证据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41648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2651760" cy="12344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834640"/>
            <a:ext cx="2651760" cy="4114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解读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仅解释，不重算数字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42048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2834640"/>
            <a:ext cx="3657600" cy="12344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2834640"/>
            <a:ext cx="3657600" cy="411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 → 写进 state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评估/分类/趋势/候选/风险/叙事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下面按 分析数据 → 推理结果 逐个展开 6 个 agent。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4983480"/>
            <a:ext cx="182880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qc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34840" y="48920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4983480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92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taxonomy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046720" y="48920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4983480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0392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abundance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22960" y="5669280"/>
            <a:ext cx="365760" cy="36576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" y="5760720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801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novel_virus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434840" y="566928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5760720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9204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risk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8046720" y="5669280"/>
            <a:ext cx="365760" cy="36576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38160" y="576072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0392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narrative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→ INFERENCE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1–3：qc / taxonomy / abundance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55064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77393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636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qc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88920" y="203911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FastQC：330 万 reads，Q34.9，read 150bp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463040" y="2404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88920" y="2377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 ADEQUATE：深度高、可高灵敏检出低丰度病毒，无隐患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44952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044952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191256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331012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taxonomy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63040" y="3593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788920" y="357530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 GOTTCHA2 taxa + NCBI 谱系(按 taxid)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463040" y="3941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788920" y="391363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噬菌体 / 4 疑似病原 / 1 对照 / 11 假阳性(mode=llm+ncbi)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581144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48640" y="4581144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4727448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6112" y="484632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630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abundance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463040" y="5129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2788920" y="511149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taxa 的 RPM/趋势表(单一时间点)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463040" y="5477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788920" y="5449824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stable=0% 变化=“单时间点无法判定趋势、无信息量”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→ INFERENCE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4–6：novel_virus / risk / narrative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38988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55064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77393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636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novel_virus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88920" y="203911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个 CheckV 高质量 contig + RVDB 同源比对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463040" y="2404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88920" y="237744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&lt;64% identity → 全疑似新颖；逐条给证据+caveat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44952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044952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191256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331012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risk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63040" y="3593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788920" y="357530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taxonomy + 趋势 + 高风险病原清单 + NCBI 谱系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463040" y="3941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788920" y="391363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High；SARS 相关冠状(37)/Norwalk(24)=High，逐条 [LLM] 理由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581144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48640" y="4581144"/>
            <a:ext cx="91440" cy="138988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4727448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6112" y="484632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630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narrative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463040" y="5129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2788920" y="511149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全部结构化摘要(渲染成 JSON，非原始文件)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463040" y="5477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A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788920" y="5449824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Gemma 写审慎监测叙事：“detected signals”非确诊；4 段 &lt;450 词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548640" y="6144768"/>
            <a:ext cx="11091672" cy="54864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36" name="Shape 31"/>
          <p:cNvSpPr/>
          <p:nvPr/>
        </p:nvSpPr>
        <p:spPr>
          <a:xfrm>
            <a:off x="548640" y="6144768"/>
            <a:ext cx="91440" cy="5486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7" name="Text 32"/>
          <p:cNvSpPr/>
          <p:nvPr/>
        </p:nvSpPr>
        <p:spPr>
          <a:xfrm>
            <a:off x="868680" y="6144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agent 分析同一份真实 Genome_72 数据，各出一份推理结果；</a:t>
            </a:r>
            <a:pPr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report_writer 确定性地拼进 report.md。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AI Agent 输入与推理</dc:title>
  <dc:subject>PptxGenJS Presentation</dc:subject>
  <dc:creator>PptxGenJS</dc:creator>
  <cp:lastModifiedBy>PptxGenJS</cp:lastModifiedBy>
  <cp:revision>1</cp:revision>
  <dcterms:created xsi:type="dcterms:W3CDTF">2026-07-11T22:09:23Z</dcterms:created>
  <dcterms:modified xsi:type="dcterms:W3CDTF">2026-07-11T22:09:23Z</dcterms:modified>
</cp:coreProperties>
</file>