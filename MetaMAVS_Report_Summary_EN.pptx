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92608"/>
            <a:ext cx="128016" cy="51206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60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937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at a glance · Genome_72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sapelo2_genome72_full · 1 sample · site sapelo2 · collected 2025-12-02 · execution mode · backend Gemma 4 E2B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91440" cy="105156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029968"/>
            <a:ext cx="512064" cy="512064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3544" y="2148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975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passed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463040" y="23591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3.3M reads · Q34.9 · judged ADEQUATE (sensitive detection)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153912" y="182880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53912" y="1828800"/>
            <a:ext cx="91440" cy="10515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9944" y="2029968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28816" y="214884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68312" y="1975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viral taxa detected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068312" y="235915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GOTTCHA2 · 3 phage / 4 pathogen-like / 11 flagged FP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548640" y="301752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3017520"/>
            <a:ext cx="91440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Shape 18"/>
          <p:cNvSpPr/>
          <p:nvPr/>
        </p:nvSpPr>
        <p:spPr>
          <a:xfrm>
            <a:off x="804672" y="3218688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33375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63040" y="3163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risk: High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463040" y="35478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×2 · several Medium · Critical 0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6153912" y="3017520"/>
            <a:ext cx="5394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53912" y="3017520"/>
            <a:ext cx="91440" cy="10515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8" name="Shape 23"/>
          <p:cNvSpPr/>
          <p:nvPr/>
        </p:nvSpPr>
        <p:spPr>
          <a:xfrm>
            <a:off x="6409944" y="3218688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28816" y="33375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68312" y="31638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novel candidates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68312" y="35478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contigs + RVDB homology → all divergent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High-risk detections (orthogonal RT-qPCR confirmation required)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BECE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4754880"/>
            <a:ext cx="91440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Shape 29"/>
          <p:cNvSpPr/>
          <p:nvPr/>
        </p:nvSpPr>
        <p:spPr>
          <a:xfrm>
            <a:off x="804672" y="5010912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3544" y="5129784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63040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SARS-related coronavirus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1463040" y="5358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reads · trend stable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822960" y="56875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Betacoronavirus, documented faecal shedding, public-health relevant</a:t>
            </a:r>
            <a:endParaRPr lang="en-US" sz="1080" dirty="0"/>
          </a:p>
        </p:txBody>
      </p:sp>
      <p:sp>
        <p:nvSpPr>
          <p:cNvPr id="40" name="Shape 33"/>
          <p:cNvSpPr/>
          <p:nvPr/>
        </p:nvSpPr>
        <p:spPr>
          <a:xfrm>
            <a:off x="6153912" y="4754880"/>
            <a:ext cx="5394960" cy="1417320"/>
          </a:xfrm>
          <a:prstGeom prst="rect">
            <a:avLst/>
          </a:prstGeom>
          <a:solidFill>
            <a:srgbClr val="FBECE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153912" y="4754880"/>
            <a:ext cx="91440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Shape 35"/>
          <p:cNvSpPr/>
          <p:nvPr/>
        </p:nvSpPr>
        <p:spPr>
          <a:xfrm>
            <a:off x="6409944" y="5010912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28816" y="5129784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068312" y="4974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Norwalk virus (norovirus)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7068312" y="5358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reads · trend stable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428232" y="56875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viral gastroenteritis, abundantly shed</a:t>
            </a:r>
            <a:endParaRPr lang="en-US" sz="1080" dirty="0"/>
          </a:p>
        </p:txBody>
      </p:sp>
      <p:sp>
        <p:nvSpPr>
          <p:cNvPr id="47" name="Text 39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all results are DETECTED SEQUENCE SIGNALS, not confirmed infections; a single time point cannot establish a trend (all stable).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92608"/>
            <a:ext cx="128016" cy="51206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603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937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findings, novel candidates &amp; 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5321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53212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" y="167335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breakdown (overall High)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14884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SARS-related coronavirus (37), Norwalk (24) — match the high-risk list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mastadenovirus F (64), HCoV-229E (16) — supported but not high-risk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mild mottle virus (41) = normalization control, not a threat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1371600"/>
            <a:ext cx="54864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37160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157276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01384" y="167335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494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/ divergent candidates: 29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0080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MEGAHIT contigs, CheckV High/Medium-quality filter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blastx vs RVDB — best hits all &lt; 64% → all divergent; 4 with no hit = suspected novel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reads=0 (assembly-based, not read counts); need manual + phylogenetic review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4023360"/>
            <a:ext cx="55321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4023360"/>
            <a:ext cx="5532120" cy="822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1" name="Shape 17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824" y="432511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77240" y="475488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Confirm SARS-related coronavirus &amp; Norwalk by RT-qPCR / amplicon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Manually curate the 29 novel candidates (CheckV + phylogenetics)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Integrate with clinical/syndromic data before any public-health action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172200" y="4023360"/>
            <a:ext cx="5486400" cy="2148840"/>
          </a:xfrm>
          <a:prstGeom prst="rect">
            <a:avLst/>
          </a:prstGeom>
          <a:solidFill>
            <a:srgbClr val="FBEEDD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72200" y="4023360"/>
            <a:ext cx="5486400" cy="82296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7" name="Shape 22"/>
          <p:cNvSpPr/>
          <p:nvPr/>
        </p:nvSpPr>
        <p:spPr>
          <a:xfrm>
            <a:off x="6400800" y="4224528"/>
            <a:ext cx="457200" cy="45720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19672" y="4343400"/>
            <a:ext cx="237744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&amp; limitations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400800" y="475488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Detected genetic material only — not confirmed infections/cases/outbreaks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High-risk hits require orthogonal confirmation before action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false positives flagged; absence of signal ≠ absence of virus (DB-bound)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assembled deterministically by report_writer; the AI narrative is Gemma 4 E2B (advisory) — the deterministic risk assessment is authoritative.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report summary</dc:title>
  <dc:subject>PptxGenJS Presentation</dc:subject>
  <dc:creator>PptxGenJS</dc:creator>
  <cp:lastModifiedBy>PptxGenJS</cp:lastModifiedBy>
  <cp:revision>1</cp:revision>
  <dcterms:created xsi:type="dcterms:W3CDTF">2026-07-13T00:30:09Z</dcterms:created>
  <dcterms:modified xsi:type="dcterms:W3CDTF">2026-07-13T00:30:09Z</dcterms:modified>
</cp:coreProperties>
</file>