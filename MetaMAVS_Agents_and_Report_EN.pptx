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· 6 AI AGENTS &amp;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AI agents' </a:t>
            </a:r>
            <a:pPr indent="0" marL="0">
              <a:buNone/>
            </a:pPr>
            <a:r>
              <a:rPr lang="en-US" sz="28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 conditions</a:t>
            </a:r>
            <a:pPr indent="0" marL="0">
              <a:buNone/>
            </a:pPr>
            <a:r>
              <a:rPr lang="en-US" sz="2800" b="1" dirty="0">
                <a:solidFill>
                  <a:srgbClr val="C7D6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the </a:t>
            </a:r>
            <a:pPr indent="0" marL="0">
              <a:buNone/>
            </a:pPr>
            <a:r>
              <a:rPr lang="en-US" sz="2800" b="1" dirty="0">
                <a:solidFill>
                  <a:srgbClr val="E0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 of report.md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3291840" cy="13716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51760"/>
            <a:ext cx="3291840" cy="45720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" y="27614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agents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50976" y="321868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runs an LLM → interpretation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33088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2651760"/>
            <a:ext cx="2651760" cy="13716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651760"/>
            <a:ext cx="2651760" cy="457200"/>
          </a:xfrm>
          <a:prstGeom prst="rect">
            <a:avLst/>
          </a:prstGeom>
          <a:solidFill>
            <a:srgbClr val="13355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27614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state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700016" y="321868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its own field / marker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242048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680960" y="2651760"/>
            <a:ext cx="2468880" cy="13716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680960" y="2651760"/>
            <a:ext cx="2468880" cy="457200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27264" y="276148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report_writer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808976" y="32186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(no LLM)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0168128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10515600" y="2651760"/>
            <a:ext cx="850392" cy="13716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5" name="Shape 20"/>
          <p:cNvSpPr/>
          <p:nvPr/>
        </p:nvSpPr>
        <p:spPr>
          <a:xfrm>
            <a:off x="10515600" y="2651760"/>
            <a:ext cx="850392" cy="457200"/>
          </a:xfrm>
          <a:prstGeom prst="rect">
            <a:avLst/>
          </a:prstGeom>
          <a:solidFill>
            <a:srgbClr val="2FA36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61904" y="276148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0" y="265176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43616" y="32186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.md/.html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822960" y="4572000"/>
            <a:ext cx="5074920" cy="11887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30" name="Shape 24"/>
          <p:cNvSpPr/>
          <p:nvPr/>
        </p:nvSpPr>
        <p:spPr>
          <a:xfrm>
            <a:off x="822960" y="4572000"/>
            <a:ext cx="91440" cy="11887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1" name="Text 25"/>
          <p:cNvSpPr/>
          <p:nvPr/>
        </p:nvSpPr>
        <p:spPr>
          <a:xfrm>
            <a:off x="109728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write the report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09728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only populate state fields with LLM output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217920" y="4572000"/>
            <a:ext cx="5074920" cy="11887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34" name="Shape 28"/>
          <p:cNvSpPr/>
          <p:nvPr/>
        </p:nvSpPr>
        <p:spPr>
          <a:xfrm>
            <a:off x="6217920" y="4572000"/>
            <a:ext cx="91440" cy="1188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5" name="Text 29"/>
          <p:cNvSpPr/>
          <p:nvPr/>
        </p:nvSpPr>
        <p:spPr>
          <a:xfrm>
            <a:off x="649224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report_writer assembles it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649224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state fields into the report; no LLM call itself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 conditions of the 6 AI agents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solidFill>
            <a:srgbClr val="E1F0F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17320"/>
            <a:ext cx="91440" cy="6400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17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gate: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llm.enabled  AND  llm_available()  AND  &lt;this agent has real input to interpret&gt;</a:t>
            </a:r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the state `mode` marker is the proof it fired.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CONDITION (the trigger)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MARKER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61518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2615184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FastQC metrics (note not synthetic)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2615184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qc_summary.llm_assessment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0" y="26151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parse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18688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21868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taxonomy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321868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candidates (GOTTCHA2 hits)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taxonomy_summary.mode=llm+ncbi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32186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22192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82219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abundance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382219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trends (RPM table)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0" y="382219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trend_summary.mode=llm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0" y="38221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425696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42569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novel_virus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77440" y="442569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candidates (suspected-novel contigs)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4425696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novel_candidate_summary.mode=llm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0" y="44256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pre-review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02920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risk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502920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evidence (per-taxon)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83680" y="502920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risk_summary.mode=llm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0" y="50292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pre-review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632704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5632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narrative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377440" y="5632704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enabled + available (state always present)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83680" y="5632704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llm_narrative.status=ok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44000" y="56327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2819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narrative runs after human-review approval; the other 5 fire pre-review. qc's tools run async on the cluster, so its LLM fires in the parser once real data is downloaded.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DATA 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report.md data source: what each agent fills, where it's used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report.md is assembled by the deterministic report_writer; the 6 agents' LLM output is its writing material, embedded per section.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FIELD IT WRITES (material)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report_writer USES IT 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03704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203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20370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qc_summary.llm_assessment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22037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QC → AI QC note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07208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8072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taxonomy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28072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table [LLM] labels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280720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Detection &amp; Taxonomy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10712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41071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abundance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341071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trend_summary.llm_interpretation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41071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Abundance → AI trend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01421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novel_virus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401421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novel_candidate_summary.candidates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401421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Novel Virus Candidates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6177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461772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risk_summary.top_risks[].reasons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46177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Risk table [LLM] reasons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21224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522122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narrative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77440" y="522122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llm_narrative.text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522122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Interpretation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934456"/>
            <a:ext cx="11091672" cy="566928"/>
          </a:xfrm>
          <a:prstGeom prst="rect">
            <a:avLst/>
          </a:prstGeom>
          <a:solidFill>
            <a:srgbClr val="EAF3EA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5934456"/>
            <a:ext cx="91440" cy="566928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9344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sections are deterministic (no AI):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/ sample / host removal / human review / reproducibility / warnings — straight from the state tables.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run Genome_72: all 6 agents fired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Genome_72 · sapelo2 · GOTTCHA2 + FastQC + megahit/CheckV (+RVDB) · overall High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91440" cy="1207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20482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9696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19751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17320" y="23042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FastQC metrics → AI data-adequacy assessment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53912" y="18288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53912" y="1828800"/>
            <a:ext cx="91440" cy="1207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9944" y="20482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13969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22592" y="19751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022592" y="23042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taxa classified (llm+ncbi): 3 phage / 11 flagged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48640" y="32004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200400"/>
            <a:ext cx="91440" cy="1207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3" name="Shape 19"/>
          <p:cNvSpPr/>
          <p:nvPr/>
        </p:nvSpPr>
        <p:spPr>
          <a:xfrm>
            <a:off x="804672" y="34198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51129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3467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abundance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417320" y="36758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interpretation of 18 taxa (single time point)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153912" y="32004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153912" y="3200400"/>
            <a:ext cx="91440" cy="120700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9" name="Shape 24"/>
          <p:cNvSpPr/>
          <p:nvPr/>
        </p:nvSpPr>
        <p:spPr>
          <a:xfrm>
            <a:off x="6409944" y="34198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3511296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22592" y="33467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novel_virus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022592" y="36758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CheckV candidates (+ new RVDB known/suspected-novel split)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48640" y="45720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4572000"/>
            <a:ext cx="91440" cy="1207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5" name="Shape 29"/>
          <p:cNvSpPr/>
          <p:nvPr/>
        </p:nvSpPr>
        <p:spPr>
          <a:xfrm>
            <a:off x="804672" y="47914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882896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17320" y="47183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1417320" y="50474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High; [LLM] reason per taxon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153912" y="45720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53912" y="4572000"/>
            <a:ext cx="91440" cy="120700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1" name="Shape 34"/>
          <p:cNvSpPr/>
          <p:nvPr/>
        </p:nvSpPr>
        <p:spPr>
          <a:xfrm>
            <a:off x="6409944" y="47914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4882896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022592" y="47183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7022592" y="50474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Gemma-written surveillance narrative (after approval)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line: agents fill state, report_writer assembles the report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74920" cy="1371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074920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67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trigger pattern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5694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llm.enabled + llm_available() + each agent's data condition; mode marker = proof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074920" cy="1371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65960"/>
            <a:ext cx="5074920" cy="9144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67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differs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5694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fire pre-review; narrative after approval; qc fires in the parser once real data is 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5074920" cy="1371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566160"/>
            <a:ext cx="5074920" cy="9144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67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= deterministic assembly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1696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report_writer has no LLM; it slots each agent's output into its section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3566160"/>
            <a:ext cx="5074920" cy="1371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3566160"/>
            <a:ext cx="5074920" cy="9144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767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deterministic sections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41696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QC note / taxonomy labels / trend / novel candidates / risk reasons / narrative; rest deterministic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440680"/>
            <a:ext cx="10561320" cy="9144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5440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Genome_72 real run: </a:t>
            </a:r>
            <a:pPr indent="0" marL="0">
              <a:buNone/>
            </a:pPr>
            <a:r>
              <a:rPr lang="en-US" sz="1400" dirty="0">
                <a:solidFill>
                  <a:srgbClr val="EA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AI agents fired; every AI section of report.md is built from their output.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MetaMAVS: 6 AI Agents &amp; Report Data Source</dc:title>
  <dc:subject>PptxGenJS Presentation</dc:subject>
  <dc:creator>PptxGenJS</dc:creator>
  <cp:lastModifiedBy>PptxGenJS</cp:lastModifiedBy>
  <cp:revision>1</cp:revision>
  <dcterms:created xsi:type="dcterms:W3CDTF">2026-07-11T20:35:13Z</dcterms:created>
  <dcterms:modified xsi:type="dcterms:W3CDTF">2026-07-11T20:35:13Z</dcterms:modified>
</cp:coreProperties>
</file>