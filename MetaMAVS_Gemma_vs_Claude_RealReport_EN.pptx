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REPORT COMPARISON · SAPELO2 / GENOME_72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704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real data — </a:t>
            </a:r>
            <a:pPr indent="0" marL="0">
              <a:buNone/>
            </a:pPr>
            <a:r>
              <a:rPr lang="en-US" sz="30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Gemma</a:t>
            </a:r>
            <a:pPr indent="0" marL="0">
              <a:buNone/>
            </a:pPr>
            <a:r>
              <a:rPr lang="en-US" sz="3000" b="1" dirty="0">
                <a:solidFill>
                  <a:srgbClr val="C7D6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vs </a:t>
            </a:r>
            <a:pPr indent="0" marL="0">
              <a:buNone/>
            </a:pPr>
            <a:r>
              <a:rPr lang="en-US" sz="3000" b="1" dirty="0">
                <a:solidFill>
                  <a:srgbClr val="E08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report differences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93852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Genome_72 · site sapelo2 · collected 2025-12-02 · GOTTCHA2 · overall = High. Only the LLM backend differed; the deterministic risk assessment is identical.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D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035808"/>
            <a:ext cx="7315200" cy="548640"/>
          </a:xfrm>
          <a:prstGeom prst="rect">
            <a:avLst/>
          </a:prstGeom>
          <a:solidFill>
            <a:srgbClr val="16345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length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0358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1119 words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577840" y="30358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1218 words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584448"/>
            <a:ext cx="731520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584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verdict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5844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77840" y="35844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133088"/>
            <a:ext cx="7315200" cy="548640"/>
          </a:xfrm>
          <a:prstGeom prst="rect">
            <a:avLst/>
          </a:prstGeom>
          <a:solidFill>
            <a:srgbClr val="16345C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detections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4133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 / Norwalk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577840" y="41330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SARS-CoV / Norwalk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681728"/>
            <a:ext cx="7315200" cy="5486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46817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bar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577840" y="46817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bar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5230368"/>
            <a:ext cx="7315200" cy="548640"/>
          </a:xfrm>
          <a:prstGeom prst="rect">
            <a:avLst/>
          </a:prstGeom>
          <a:solidFill>
            <a:srgbClr val="16345C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230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52303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gemma-4-E2B-it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577840" y="5230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2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claude-opus-4-8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58200" y="2697480"/>
            <a:ext cx="2926080" cy="2990088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2697480"/>
            <a:ext cx="2926080" cy="914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2" name="Shape 30"/>
          <p:cNvSpPr/>
          <p:nvPr/>
        </p:nvSpPr>
        <p:spPr>
          <a:xfrm>
            <a:off x="8686800" y="2944368"/>
            <a:ext cx="530352" cy="530352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5672" y="3063240"/>
            <a:ext cx="292608" cy="29260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9281160" y="294436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verdict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686800" y="3611880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return High, both trigger human review, both recommend orthogonal confirmation.
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quality, not correctness.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22960" y="59893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risk assessment is identical; the differences below come only from the AI narrative layer.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DIFFER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Claude's epidemiological nuance is stronger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6675120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6675120" cy="621792"/>
          </a:xfrm>
          <a:prstGeom prst="rect">
            <a:avLst/>
          </a:prstGeom>
          <a:solidFill>
            <a:srgbClr val="E08A2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3677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463040"/>
            <a:ext cx="5760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 — stronger on four points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grounding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51560" y="2560320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states the real context: single sample · sapelo2 · 2025-12-02 · GOTTCHA2 · two High, no Critical, no novel.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22960" y="31272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Single-time-point honesty (key)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51560" y="3401568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flags that “stable” comes from one time point and cannot establish a genuine trend — uninformative.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822960" y="39684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caveats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51560" y="4242816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reads can't resolve subtype; single classifier mis-assigns at low coverage; coverage breadth beats read count; cites 8 false-positive flags.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822960" y="480974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precision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51560" y="5084064"/>
            <a:ext cx="5897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to amplicon / targeted-capture for lineage; Medium detections explicitly parked as routine, no action.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822960" y="5742432"/>
            <a:ext cx="6126480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581558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nuance — not on a more accurate verdict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06640" y="1463040"/>
            <a:ext cx="4233672" cy="4800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406640" y="1463040"/>
            <a:ext cx="4233672" cy="621792"/>
          </a:xfrm>
          <a:prstGeom prst="rect">
            <a:avLst/>
          </a:prstGeom>
          <a:solidFill>
            <a:srgbClr val="0E9AA7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80960" y="1636776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138160" y="1463040"/>
            <a:ext cx="3319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E2B — meets the bar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7680960" y="2286000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verdict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7909560" y="2560320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High; both High detections identical to Claude.</a:t>
            </a:r>
            <a:endParaRPr lang="en-US" sz="1080" dirty="0"/>
          </a:p>
        </p:txBody>
      </p:sp>
      <p:sp>
        <p:nvSpPr>
          <p:cNvPr id="28" name="Text 24"/>
          <p:cNvSpPr/>
          <p:nvPr/>
        </p:nvSpPr>
        <p:spPr>
          <a:xfrm>
            <a:off x="7680960" y="3127248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 language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909560" y="3401568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“sequence signals, not confirmed infections”; phages separated; orthogonal confirmation advised.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7680960" y="396849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structure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7909560" y="4242816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tiers; Priority 1/2/3 action list.</a:t>
            </a:r>
            <a:endParaRPr lang="en-US" sz="1080" dirty="0"/>
          </a:p>
        </p:txBody>
      </p:sp>
      <p:sp>
        <p:nvSpPr>
          <p:cNvPr id="32" name="Shape 28"/>
          <p:cNvSpPr/>
          <p:nvPr/>
        </p:nvSpPr>
        <p:spPr>
          <a:xfrm>
            <a:off x="7680960" y="5742432"/>
            <a:ext cx="3685032" cy="18288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33" name="Text 29"/>
          <p:cNvSpPr/>
          <p:nvPr/>
        </p:nvSpPr>
        <p:spPr>
          <a:xfrm>
            <a:off x="7680960" y="5815584"/>
            <a:ext cx="3685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· local · free · fully adequate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&amp; TAKEAWAY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3035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Side-by-side excerpts and the conclusion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6811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91440" cy="196596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8"/>
          <p:cNvSpPr/>
          <p:nvPr/>
        </p:nvSpPr>
        <p:spPr>
          <a:xfrm>
            <a:off x="804672" y="1664208"/>
            <a:ext cx="402336" cy="402336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755648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6642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— executive summary (generic)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1945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sapelo2 wastewater sample indicates a High risk profile … SARS-related coronavirus and Norwalk virus … sequence signals, not confirmed infections.” — no collection date, single-sample fact omitted.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72200" y="1463040"/>
            <a:ext cx="5468112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1463040"/>
            <a:ext cx="91440" cy="196596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6" name="Shape 13"/>
          <p:cNvSpPr/>
          <p:nvPr/>
        </p:nvSpPr>
        <p:spPr>
          <a:xfrm>
            <a:off x="6428232" y="1664208"/>
            <a:ext cx="402336" cy="402336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19672" y="1755648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1664208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executive summary (grounded)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46520" y="21945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single sample · sapelo2 · 2025-12-02 · GOTTCHA2 … both High have adequate read support, but ‘stable’ from one time point cannot establish a genuine trend.”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611880"/>
            <a:ext cx="11091672" cy="868680"/>
          </a:xfrm>
          <a:prstGeom prst="rect">
            <a:avLst/>
          </a:prstGeom>
          <a:solidFill>
            <a:srgbClr val="FBEEDD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" y="3611880"/>
            <a:ext cx="91440" cy="8686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3611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b="1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Claude-only caveat (Gemma lacks):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5B4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“Single classifier (GOTTCHA2); low-coverage calls mis-assign; coverage breadth/evenness beats read count.” + “Subtype can't be inferred from short reads.”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548640" y="4709160"/>
            <a:ext cx="11091672" cy="1600200"/>
          </a:xfrm>
          <a:prstGeom prst="rect">
            <a:avLst/>
          </a:prstGeom>
          <a:solidFill>
            <a:srgbClr val="0B1E39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8680" y="4983480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20640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600200" y="4937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tiered use, zero-code switch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600200" y="5440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same verdict; Claude wins on single-time-point honesty + methodological caveats + data grounding, Gemma is reliable but more general. 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Default to local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switch to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08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external / high-risk formal reports, via </a:t>
            </a:r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C4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LLM_BACKEND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3E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vs Claude — real report comparison</dc:title>
  <dc:subject>PptxGenJS Presentation</dc:subject>
  <dc:creator>PptxGenJS</dc:creator>
  <cp:lastModifiedBy>PptxGenJS</cp:lastModifiedBy>
  <cp:revision>1</cp:revision>
  <dcterms:created xsi:type="dcterms:W3CDTF">2026-07-10T15:23:34Z</dcterms:created>
  <dcterms:modified xsi:type="dcterms:W3CDTF">2026-07-10T15:23:34Z</dcterms:modified>
</cp:coreProperties>
</file>