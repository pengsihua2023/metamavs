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20040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44805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2918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NEXT STEPS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25880" y="5669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Expanding MetaMAVS — from an MVP toward a full surveillance platform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39496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600200"/>
            <a:ext cx="5394960" cy="9144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7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2688" y="1984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pipelines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536192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one pipeline — GOTTCHA2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859536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Add TaxProfiler, TaxTriage, and other taxonomic pipelines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Cross-pipeline consensus for more robust detection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53912" y="1600200"/>
            <a:ext cx="539496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53912" y="1600200"/>
            <a:ext cx="5394960" cy="9144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9944" y="1856232"/>
            <a:ext cx="566928" cy="566928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198424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41464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agents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141464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6 LLM agents (qc→narrative)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64808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New nodes for downstream analysis (assembly QC, lineage, phylodynamics)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More NCBI-grounded reasoning + evidence synthesis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539496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4023360"/>
            <a:ext cx="539496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24" name="Shape 19"/>
          <p:cNvSpPr/>
          <p:nvPr/>
        </p:nvSpPr>
        <p:spPr>
          <a:xfrm>
            <a:off x="804672" y="4279392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2688" y="440740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36192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tools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1536192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GOTTCHA2 · CheckV · DIAMOND/RVDB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59536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NextClade for clade/variant assignment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Similarity / ANI computation for relatedness &amp; novelty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53912" y="4023360"/>
            <a:ext cx="539496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53912" y="4023360"/>
            <a:ext cx="5394960" cy="9144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1" name="Shape 25"/>
          <p:cNvSpPr/>
          <p:nvPr/>
        </p:nvSpPr>
        <p:spPr>
          <a:xfrm>
            <a:off x="6409944" y="4279392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37960" y="440740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41464" y="4261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web interfaces</a:t>
            </a:r>
            <a:endParaRPr lang="en-US" sz="1650" dirty="0"/>
          </a:p>
        </p:txBody>
      </p:sp>
      <p:sp>
        <p:nvSpPr>
          <p:cNvPr id="34" name="Text 27"/>
          <p:cNvSpPr/>
          <p:nvPr/>
        </p:nvSpPr>
        <p:spPr>
          <a:xfrm>
            <a:off x="7141464" y="4645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CLI only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464808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Web UI: submit runs, track status, browse reports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Dashboards &amp; shareable surveillance views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48640" y="6419088"/>
            <a:ext cx="11091672" cy="310896"/>
          </a:xfrm>
          <a:prstGeom prst="rect">
            <a:avLst/>
          </a:prstGeom>
          <a:solidFill>
            <a:srgbClr val="F3F7FC"/>
          </a:solidFill>
          <a:ln/>
        </p:spPr>
      </p:sp>
      <p:sp>
        <p:nvSpPr>
          <p:cNvPr id="37" name="Text 30"/>
          <p:cNvSpPr/>
          <p:nvPr/>
        </p:nvSpPr>
        <p:spPr>
          <a:xfrm>
            <a:off x="548640" y="638251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 </a:t>
            </a:r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coverage (pipelines + tools), deepen reasoning (agents), and open access (web) — one deterministic, agent-friendly step at a time.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MetaMAVS — Next steps</dc:title>
  <dc:subject>PptxGenJS Presentation</dc:subject>
  <dc:creator>PptxGenJS</dc:creator>
  <cp:lastModifiedBy>PptxGenJS</cp:lastModifiedBy>
  <cp:revision>1</cp:revision>
  <dcterms:created xsi:type="dcterms:W3CDTF">2026-07-13T01:08:40Z</dcterms:created>
  <dcterms:modified xsi:type="dcterms:W3CDTF">2026-07-13T01:08:40Z</dcterms:modified>
</cp:coreProperties>
</file>