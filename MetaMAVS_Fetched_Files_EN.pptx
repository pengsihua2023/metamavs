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4320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560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RESULT FILES · SINGLE SAMPLE (GENOME_72)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34440" y="4754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files fetched from the cluster — the complete real-data source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5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--checksum </a:t>
            </a:r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one SSH connection · only each job's declared output_files · large intermediates stay on the cluster · synced_manifest: 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11091672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91440" cy="67665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1929384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02082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18562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Genome_72.fastqc_data.txt</a:t>
            </a:r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16 KB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325880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· FastQC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80560" y="211226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metrics → qc agent (data-adequacy)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2569464"/>
            <a:ext cx="11091672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569464"/>
            <a:ext cx="91440" cy="67665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2715768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" y="280720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6426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Genome_72.gottcha2.tsv</a:t>
            </a:r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19 KB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325880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 · GOTTCHA2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480560" y="28986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hits → main detection→taxonomy→abundance→risk chain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355848"/>
            <a:ext cx="11091672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355848"/>
            <a:ext cx="91440" cy="67665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3502152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8680" y="359359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34290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Genome_72.gottcha2.lineage.tsv</a:t>
            </a:r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 KB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325880" y="3721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 · GOTTCHA2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48056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→ keep only Viruses superkingdom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4142232"/>
            <a:ext cx="11091672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8640" y="4142232"/>
            <a:ext cx="91440" cy="67665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2" name="Shape 26"/>
          <p:cNvSpPr/>
          <p:nvPr/>
        </p:nvSpPr>
        <p:spPr>
          <a:xfrm>
            <a:off x="777240" y="4288536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8680" y="4379976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25880" y="4215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Genome_72.checkv_quality_summary.tsv</a:t>
            </a:r>
            <a:pPr indent="0" marL="0">
              <a:buNone/>
            </a:pPr>
            <a:r>
              <a:rPr lang="en-US" sz="11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5.7 MB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1325880" y="4507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novel_virus · CheckV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4480560" y="44714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per-contig quality (~61k) → novel candidates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48640" y="4928616"/>
            <a:ext cx="11091672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548640" y="4928616"/>
            <a:ext cx="91440" cy="67665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9" name="Shape 32"/>
          <p:cNvSpPr/>
          <p:nvPr/>
        </p:nvSpPr>
        <p:spPr>
          <a:xfrm>
            <a:off x="777240" y="5074920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8680" y="5166360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325880" y="50017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Genome_72.contig_homology.tsv</a:t>
            </a:r>
            <a:pPr indent="0" marL="0">
              <a:buNone/>
            </a:pPr>
            <a:r>
              <a:rPr lang="en-US" sz="11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311 KB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1325880" y="52943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novel_virus · DIAMOND vs RVDB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4480560" y="52578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known-virus hit → novelty check (known vs suspected-novel)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solidFill>
            <a:srgbClr val="0B1E39"/>
          </a:solidFill>
          <a:ln/>
        </p:spPr>
      </p:sp>
      <p:sp>
        <p:nvSpPr>
          <p:cNvPr id="45" name="Shape 37"/>
          <p:cNvSpPr/>
          <p:nvPr/>
        </p:nvSpPr>
        <p:spPr>
          <a:xfrm>
            <a:off x="548640" y="5943600"/>
            <a:ext cx="91440" cy="68580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46" name="Text 38"/>
          <p:cNvSpPr/>
          <p:nvPr/>
        </p:nvSpPr>
        <p:spPr>
          <a:xfrm>
            <a:off x="868680" y="5943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— 8 tables/*.csv + report.md — derives from these 5 files</a:t>
            </a:r>
            <a:pPr indent="0" marL="0">
              <a:buNone/>
            </a:pPr>
            <a:r>
              <a:rPr lang="en-US" sz="12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manifest metadata + verified NCBI lineage + config.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fetched from the HPC (Genome_72)</dc:title>
  <dc:subject>PptxGenJS Presentation</dc:subject>
  <dc:creator>PptxGenJS</dc:creator>
  <cp:lastModifiedBy>PptxGenJS</cp:lastModifiedBy>
  <cp:revision>1</cp:revision>
  <dcterms:created xsi:type="dcterms:W3CDTF">2026-07-11T21:46:46Z</dcterms:created>
  <dcterms:modified xsi:type="dcterms:W3CDTF">2026-07-11T21:46:46Z</dcterms:modified>
</cp:coreProperties>
</file>