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RUN GENOME_72 · 6 AI AGENTS: DATA → INFERENCE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AI agents: what each analysed, what it inferred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Sapelo2 run · sample Genome_72 · GOTTCHA2+FastQC+CheckV(+RVDB) · overall High · backend Gemma 4 E2B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20040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solidFill>
            <a:srgbClr val="1335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Deterministically-computed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FastQC/GOTTCHA2/CheckV/RVDB/trend/risk evidence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41648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834640"/>
            <a:ext cx="265176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834640"/>
            <a:ext cx="2651760" cy="411480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interprets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only, never recomputes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42048" y="32918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2834640"/>
            <a:ext cx="3657600" cy="123444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2834640"/>
            <a:ext cx="36576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2834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→ written to state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assessment/classes/trend/candidates/risk/narrative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slides walk each agent: data analysed → inference result.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4983480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3484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26280" y="4983480"/>
            <a:ext cx="182880" cy="18288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92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8046720" y="489204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4983480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822960" y="5669280"/>
            <a:ext cx="365760" cy="36576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4400" y="5760720"/>
            <a:ext cx="182880" cy="18288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280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434840" y="5669280"/>
            <a:ext cx="365760" cy="36576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26280" y="5760720"/>
            <a:ext cx="182880" cy="1828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9204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046720" y="5669280"/>
            <a:ext cx="365760" cy="365760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38160" y="5760720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50392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1–3: qc / taxonomy / abundance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55064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7393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636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0" y="2039112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FastQC: 3.3M reads, Q34.9, 150 bp reads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463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2377440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ADEQUATE: high depth → sensitive detection of low-abundance viruses; no concerns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44952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44952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191256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331012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taxonomy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3593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26080" y="3575304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GOTTCHA2 taxa + NCBI lineage (by taxid)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463040" y="3941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926080" y="3913632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phage / 4 pathogen-like / 1 control / 11 false-positive (mode=llm+ncbi)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581144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48640" y="4581144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4727448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6112" y="484632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30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abundance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463040" y="5129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926080" y="5111496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18-taxa RPM / trend table (single time point)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463040" y="5477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926080" y="5449824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stable = 0% change = “single time point, no trend can be established (uninformative)”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27432"/>
          </a:xfrm>
          <a:prstGeom prst="rect">
            <a:avLst/>
          </a:prstGeom>
          <a:solidFill>
            <a:srgbClr val="DCE5E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108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310896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INFERENCE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548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4–6: novel_virus / risk / narrative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91440" cy="138988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655064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6112" y="1773936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63040" y="16367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novel_virus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6304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926080" y="2039112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CheckV-quality contigs + RVDB homology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463040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926080" y="2377440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&lt; 64% identity → all suspected-novel; per-candidate evidence + caveats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044952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044952"/>
            <a:ext cx="91440" cy="138988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191256"/>
            <a:ext cx="512064" cy="512064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6112" y="3310128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463040" y="3172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risk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63040" y="3593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26080" y="3575304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+ trend + high-risk pathogen list + NCBI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1463040" y="39410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A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2926080" y="3913632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High; SARS-related coronavirus (37) &amp; Norwalk (24) = High; [LLM] reason each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548640" y="4581144"/>
            <a:ext cx="11091672" cy="13898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B0C6">
                <a:alpha val="2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48640" y="4581144"/>
            <a:ext cx="91440" cy="1389888"/>
          </a:xfrm>
          <a:prstGeom prst="rect">
            <a:avLst/>
          </a:prstGeom>
          <a:solidFill>
            <a:srgbClr val="E08A2B"/>
          </a:solidFill>
          <a:ln/>
        </p:spPr>
      </p:sp>
      <p:sp>
        <p:nvSpPr>
          <p:cNvPr id="28" name="Shape 24"/>
          <p:cNvSpPr/>
          <p:nvPr/>
        </p:nvSpPr>
        <p:spPr>
          <a:xfrm>
            <a:off x="777240" y="4727448"/>
            <a:ext cx="512064" cy="512064"/>
          </a:xfrm>
          <a:prstGeom prst="ellipse">
            <a:avLst/>
          </a:prstGeom>
          <a:solidFill>
            <a:srgbClr val="E08A2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6112" y="4846320"/>
            <a:ext cx="274320" cy="2743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6304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narrative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463040" y="5129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3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2926080" y="5111496"/>
            <a:ext cx="8458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structured summaries (rendered to JSON, not raw files)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1463040" y="5477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INFERRED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2926080" y="5449824"/>
            <a:ext cx="8458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cautious narrative: “detected signals”, not confirmed; 4 sections, &lt;450 words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48640" y="6144768"/>
            <a:ext cx="11091672" cy="548640"/>
          </a:xfrm>
          <a:prstGeom prst="rect">
            <a:avLst/>
          </a:prstGeom>
          <a:solidFill>
            <a:srgbClr val="0B1E39"/>
          </a:solidFill>
          <a:ln/>
        </p:spPr>
      </p:sp>
      <p:sp>
        <p:nvSpPr>
          <p:cNvPr id="36" name="Shape 31"/>
          <p:cNvSpPr/>
          <p:nvPr/>
        </p:nvSpPr>
        <p:spPr>
          <a:xfrm>
            <a:off x="548640" y="6144768"/>
            <a:ext cx="91440" cy="548640"/>
          </a:xfrm>
          <a:prstGeom prst="rect">
            <a:avLst/>
          </a:prstGeom>
          <a:solidFill>
            <a:srgbClr val="2FA36B"/>
          </a:solidFill>
          <a:ln/>
        </p:spPr>
      </p:sp>
      <p:sp>
        <p:nvSpPr>
          <p:cNvPr id="37" name="Text 32"/>
          <p:cNvSpPr/>
          <p:nvPr/>
        </p:nvSpPr>
        <p:spPr>
          <a:xfrm>
            <a:off x="868680" y="61447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agents analysed the same real Genome_72 data, each producing one inference;</a:t>
            </a:r>
            <a:pPr indent="0" marL="0">
              <a:buNone/>
            </a:pPr>
            <a:r>
              <a:rPr lang="en-US" sz="12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report_writer deterministically assembled them into report.md.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 AI agents: data &amp; inference</dc:title>
  <dc:subject>PptxGenJS Presentation</dc:subject>
  <dc:creator>PptxGenJS</dc:creator>
  <cp:lastModifiedBy>PptxGenJS</cp:lastModifiedBy>
  <cp:revision>1</cp:revision>
  <dcterms:created xsi:type="dcterms:W3CDTF">2026-07-11T22:10:34Z</dcterms:created>
  <dcterms:modified xsi:type="dcterms:W3CDTF">2026-07-11T22:10:34Z</dcterms:modified>
</cp:coreProperties>
</file>