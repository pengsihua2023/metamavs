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92608"/>
            <a:ext cx="128016" cy="51206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603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SURVEILLANCE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937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监测报告主要内容 · Genome_72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sapelo2_genome72_full · 1 个样本 · 站点 sapelo2 · 采样 2025-12-02 · 执行模式 · 后端 Gemma 4 E2B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91440" cy="105156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029968"/>
            <a:ext cx="512064" cy="512064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3544" y="2148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975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质控 通过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463040" y="23591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330万 reads · Q34.9 · 判定 ADEQUATE（可高灵敏检出）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153912" y="1828800"/>
            <a:ext cx="5394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53912" y="1828800"/>
            <a:ext cx="91440" cy="10515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9944" y="2029968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28816" y="214884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68312" y="1975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 18 个病毒 taxa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068312" y="23591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GOTTCHA2 · 3 噬菌体 / 4 疑似病原 / 11 标记假阳性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548640" y="3017520"/>
            <a:ext cx="5394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3017520"/>
            <a:ext cx="9144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Shape 18"/>
          <p:cNvSpPr/>
          <p:nvPr/>
        </p:nvSpPr>
        <p:spPr>
          <a:xfrm>
            <a:off x="804672" y="3218688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33375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63040" y="31638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总体风险 High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1463040" y="35478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High×2 · Medium×多 · Critical 0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6153912" y="3017520"/>
            <a:ext cx="5394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53912" y="3017520"/>
            <a:ext cx="91440" cy="105156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8" name="Shape 23"/>
          <p:cNvSpPr/>
          <p:nvPr/>
        </p:nvSpPr>
        <p:spPr>
          <a:xfrm>
            <a:off x="6409944" y="3218688"/>
            <a:ext cx="512064" cy="51206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28816" y="33375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68312" y="31638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个新颖候选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68312" y="35478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 contig + RVDB 同源核实 → 全部分歧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两个高风险检出（需 RT-qPCR 正交确证）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BECE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4754880"/>
            <a:ext cx="91440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Shape 29"/>
          <p:cNvSpPr/>
          <p:nvPr/>
        </p:nvSpPr>
        <p:spPr>
          <a:xfrm>
            <a:off x="804672" y="5010912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3544" y="5129784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63040" y="4974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SARS 相关冠状病毒 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1463040" y="53583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reads · 趋势 stable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822960" y="56875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呼吸道 Betacoronavirus，有粪便排放，公共卫生相关</a:t>
            </a:r>
            <a:endParaRPr lang="en-US" sz="1080" dirty="0"/>
          </a:p>
        </p:txBody>
      </p:sp>
      <p:sp>
        <p:nvSpPr>
          <p:cNvPr id="40" name="Shape 33"/>
          <p:cNvSpPr/>
          <p:nvPr/>
        </p:nvSpPr>
        <p:spPr>
          <a:xfrm>
            <a:off x="6153912" y="4754880"/>
            <a:ext cx="5394960" cy="1417320"/>
          </a:xfrm>
          <a:prstGeom prst="rect">
            <a:avLst/>
          </a:prstGeom>
          <a:solidFill>
            <a:srgbClr val="FBECE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153912" y="4754880"/>
            <a:ext cx="91440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Shape 35"/>
          <p:cNvSpPr/>
          <p:nvPr/>
        </p:nvSpPr>
        <p:spPr>
          <a:xfrm>
            <a:off x="6409944" y="5010912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28816" y="5129784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068312" y="4974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Norwalk 病毒（诺如） 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7068312" y="53583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reads · 趋势 stable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428232" y="56875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病毒性胃肠炎主因，环境高排放</a:t>
            </a:r>
            <a:endParaRPr lang="en-US" sz="1080" dirty="0"/>
          </a:p>
        </p:txBody>
      </p:sp>
      <p:sp>
        <p:nvSpPr>
          <p:cNvPr id="47" name="Text 39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提示：所有结果为“检测到的序列信号”，非确诊感染；单一时间点无法判定丰度趋势（全 stable）。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92608"/>
            <a:ext cx="128016" cy="51206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603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FINDINGS &amp; ACTIONS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937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关键发现、新颖候选与建议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5321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53212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" y="167335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风险分级（overall High）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1488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SARS 相关冠状(37)、Norwalk(24) — 匹配高风险清单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人腺病毒 F(64)、人冠状 229E(16) — 有支持但非高危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Pepper mild mottle virus(41) 作归一化控制，不计威胁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1371600"/>
            <a:ext cx="54864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37160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157276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01384" y="167335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4944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新颖 / 分歧病毒候选：29 个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0080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megahit 组装 contig，CheckV 高/中质量筛选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新颖性：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比对 RVDB 蛋白库，最佳命中全 &lt;64% → 全部分歧；其中 4 个无命中=疑似全新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reads=0（基于组装非读数）；需人工+系统发育核验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4023360"/>
            <a:ext cx="55321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402336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1" name="Shape 17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7824" y="432511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建议行动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77240" y="475488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对 SARS 相关冠状、Norwalk 做 RT-qPCR / 扩增子确证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人工核验 29 个新颖候选（CheckV + 系统发育）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与临床/症候监测数据整合后再考虑公共卫生行动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172200" y="4023360"/>
            <a:ext cx="5486400" cy="2148840"/>
          </a:xfrm>
          <a:prstGeom prst="rect">
            <a:avLst/>
          </a:prstGeom>
          <a:solidFill>
            <a:srgbClr val="FBEEDD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72200" y="402336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0800" y="422452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19672" y="4343400"/>
            <a:ext cx="237744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局限与审慎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400800" y="475488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仅为检测到的病毒遗传物质，非确诊感染/病例/暴发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高风险检出必须正交确证方可行动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已标记 11 个假阳性；无信号不等于无病毒（受库完整度限制）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报告由 report_writer 确定性拼装，AI 叙事段由 Gemma 4 E2B 生成（advisory）；确定性风险评估为权威结论。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监测报告要点</dc:title>
  <dc:subject>PptxGenJS Presentation</dc:subject>
  <dc:creator>PptxGenJS</dc:creator>
  <cp:lastModifiedBy>PptxGenJS</cp:lastModifiedBy>
  <cp:revision>1</cp:revision>
  <dcterms:created xsi:type="dcterms:W3CDTF">2026-07-13T00:06:58Z</dcterms:created>
  <dcterms:modified xsi:type="dcterms:W3CDTF">2026-07-13T00:06:58Z</dcterms:modified>
</cp:coreProperties>
</file>