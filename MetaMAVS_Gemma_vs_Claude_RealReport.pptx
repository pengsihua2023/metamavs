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真实数据报告对比 · SAPELO2 / GENOME_72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704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同一份真实数据，</a:t>
            </a:r>
            <a:pPr indent="0" marL="0">
              <a:buNone/>
            </a:pPr>
            <a:r>
              <a:rPr lang="en-US" sz="320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</a:t>
            </a:r>
            <a:pPr indent="0" marL="0">
              <a:buNone/>
            </a:pPr>
            <a:r>
              <a:rPr lang="en-US" sz="3200" b="1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</a:t>
            </a:r>
            <a:pPr indent="0" marL="0">
              <a:buNone/>
            </a:pPr>
            <a:r>
              <a:rPr lang="en-US" sz="32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报告差异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Genome_72 · 站点 sapelo2 · 采样 2025-12-02 · GOTTCHA2 · overall = High。仅 LLM 后端不同，确定性风险评估两者相同。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D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035808"/>
            <a:ext cx="7315200" cy="548640"/>
          </a:xfrm>
          <a:prstGeom prst="rect">
            <a:avLst/>
          </a:prstGeom>
          <a:solidFill>
            <a:srgbClr val="16345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报告字数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1119 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1218 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584448"/>
            <a:ext cx="731520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584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判定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584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77840" y="3584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33088"/>
            <a:ext cx="7315200" cy="548640"/>
          </a:xfrm>
          <a:prstGeom prst="rect">
            <a:avLst/>
          </a:prstGeom>
          <a:solidFill>
            <a:srgbClr val="16345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检出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133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SARS冠状 / Norwalk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SARS冠状 / Norwalk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681728"/>
            <a:ext cx="731520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科学审慎措辞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681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7784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230368"/>
            <a:ext cx="7315200" cy="548640"/>
          </a:xfrm>
          <a:prstGeom prst="rect">
            <a:avLst/>
          </a:prstGeom>
          <a:solidFill>
            <a:srgbClr val="16345C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230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模型归因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230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gemma-4-E2B-it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77840" y="5230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claude-opus-4-8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58200" y="2697480"/>
            <a:ext cx="2926080" cy="2990088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2697480"/>
            <a:ext cx="2926080" cy="914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686800" y="2944368"/>
            <a:ext cx="530352" cy="530352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2" y="3063240"/>
            <a:ext cx="292608" cy="2926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281160" y="29443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同数据同判定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686800" y="361188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两模型都给出 High、都触发人工复核、都建议 orthogonal 确证。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差异在“质”，不在“对错”。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确定性风险评估两者一致；以下差异仅来自 AI 叙事层。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THEY DIFFER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差异细读：Claude 的流行病学专业细节更强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67512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6675120" cy="621792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36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630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4.8 — 更强在这四点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数据落地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51560" y="2560320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摘要写出真实上下文：单样本 · sapelo2 · 2025-12-02 · GOTTCHA2 · 两 High 无 Critical 无 novel。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22960" y="31272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单时间点诚实（最关键）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51560" y="3401568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反复指出 “stable” 来自单一时间点、无法确立真实趋势、是 uninformative 的。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22960" y="39684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 caveat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51560" y="4242816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短读无法定亚型；单一分类器低覆盖会误判、覆盖广度比 read count 更有力；引用 8 个假阳性标记。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22960" y="480974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建议精细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51560" y="5084064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确证给到 amplicon / targeted-capture 定 lineage；Medium 明确视为常规、无需即时行动。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22960" y="5742432"/>
            <a:ext cx="6126480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8155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胜在专业细微差别，不是判定更准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06640" y="1463040"/>
            <a:ext cx="423367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06640" y="1463040"/>
            <a:ext cx="4233672" cy="621792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1636776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38160" y="146304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4 E2B — 已达标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680960" y="228600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判定正确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7909560" y="2560320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High、两 High 检出与 Claude 完全一致。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7680960" y="31272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语言审慎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909560" y="3401568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“序列信号，非确诊感染”；噬菌体单独报告；建议 orthogonal 确证。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7680960" y="396849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结构清晰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909560" y="4242816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/ Medium 分级；Priority 1/2/3 建议清单。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7680960" y="5742432"/>
            <a:ext cx="3685032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33" name="Text 29"/>
          <p:cNvSpPr/>
          <p:nvPr/>
        </p:nvSpPr>
        <p:spPr>
          <a:xfrm>
            <a:off x="7680960" y="581558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日常本地 · 免费 · 完全够用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EXCERPTS &amp; TAKEAWAY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摘录对比与结论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6811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91440" cy="19659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664208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75564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6642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— 执行摘要（泛化）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1945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“sapelo2 wastewater 样本呈 High 风险……SARS 相关冠状病毒与 Norwalk 病毒……代表序列信号，非确诊感染。” — 无采样日期、未点明单样本。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546811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463040"/>
            <a:ext cx="91440" cy="19659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28232" y="1664208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75564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16642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— 执行摘要（扣真实数据）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46520" y="21945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“单一样本 · sapelo2 · 2025-12-02 · GOTTCHA2……两 High 均 read 支持充足，但 stable 来自单时间点，无法确立真实趋势。”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611880"/>
            <a:ext cx="11091672" cy="868680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" y="3611880"/>
            <a:ext cx="91440" cy="8686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3611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独有 caveat（Gemma 缺失）：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46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“单一分类器 GOTTCHA2，低覆盖会误判；覆盖广度/均匀度比 read count 更有力。” + “短读无法可靠推断 lineage/亚型。”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709160"/>
            <a:ext cx="11091672" cy="160020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8680" y="498348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2064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00200" y="4937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结论：分级使用，零代码切换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600200" y="5440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同数据、同判定；Claude 胜在单时间点诚实 + 方法学 caveat + 数据落地，Gemma 稳健但更泛。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FE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日常本地默认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，对外 / 高风险正式报告切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0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。由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一键切换。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vs Claude — real report comparison</dc:title>
  <dc:subject>PptxGenJS Presentation</dc:subject>
  <dc:creator>PptxGenJS</dc:creator>
  <cp:lastModifiedBy>PptxGenJS</cp:lastModifiedBy>
  <cp:revision>1</cp:revision>
  <dcterms:created xsi:type="dcterms:W3CDTF">2026-07-10T15:18:41Z</dcterms:created>
  <dcterms:modified xsi:type="dcterms:W3CDTF">2026-07-10T15:18:41Z</dcterms:modified>
</cp:coreProperties>
</file>