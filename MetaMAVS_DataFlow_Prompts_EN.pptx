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HPC results to the report: the full data flow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solidFill>
            <a:srgbClr val="FBEEDD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17320"/>
            <a:ext cx="91440" cy="105156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310896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5179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common misconceptions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828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The report is not LLM-generated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report_writer is deterministic Python; the model writes only one section.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83680" y="1828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The LLM never reads the tsv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deterministically-computed summaries, not the raw tsv.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063240"/>
            <a:ext cx="1600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3063240"/>
            <a:ext cx="1600200" cy="457200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" y="3163824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9264" y="306324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40080" y="361188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.gottcha2.tsv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.lineage.tsv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148840" y="36804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423160" y="3063240"/>
            <a:ext cx="3794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423160" y="3063240"/>
            <a:ext cx="3794760" cy="457200"/>
          </a:xfrm>
          <a:prstGeom prst="rect">
            <a:avLst/>
          </a:prstGeom>
          <a:solidFill>
            <a:srgbClr val="0E9AA7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51176" y="3163824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843784" y="3063240"/>
            <a:ext cx="3355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chain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2514600" y="36118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 → taxonomy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abundance → risk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217920" y="36804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492240" y="3063240"/>
            <a:ext cx="20574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92240" y="3063240"/>
            <a:ext cx="2057400" cy="457200"/>
          </a:xfrm>
          <a:prstGeom prst="rect">
            <a:avLst/>
          </a:prstGeom>
          <a:solidFill>
            <a:srgbClr val="E08A2B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20256" y="316382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12864" y="306324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interpret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583680" y="361188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llm_interpretation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narrative only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8549640" y="36804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823960" y="3063240"/>
            <a:ext cx="17830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823960" y="3063240"/>
            <a:ext cx="1783080" cy="457200"/>
          </a:xfrm>
          <a:prstGeom prst="rect">
            <a:avLst/>
          </a:prstGeom>
          <a:solidFill>
            <a:srgbClr val="13355F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951976" y="3163824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244584" y="30632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report_writer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8915400" y="36118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assembles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LLM call)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0607040" y="36804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10881360" y="3063240"/>
            <a:ext cx="758952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0881360" y="3063240"/>
            <a:ext cx="758952" cy="457200"/>
          </a:xfrm>
          <a:prstGeom prst="rect">
            <a:avLst/>
          </a:prstGeom>
          <a:solidFill>
            <a:srgbClr val="2FA36B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1009376" y="3163824"/>
            <a:ext cx="256032" cy="25603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1301984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10972800" y="3611880"/>
            <a:ext cx="576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.md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.html</a:t>
            </a:r>
            <a:endParaRPr lang="en-US" sz="850" dirty="0"/>
          </a:p>
        </p:txBody>
      </p:sp>
      <p:sp>
        <p:nvSpPr>
          <p:cNvPr id="44" name="Text 36"/>
          <p:cNvSpPr/>
          <p:nvPr/>
        </p:nvSpPr>
        <p:spPr>
          <a:xfrm>
            <a:off x="548640" y="4892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tsv are consumed only by parse; the LLM sits after risk and only interprets the already-computed summaries.</a:t>
            </a:r>
            <a:endParaRPr lang="en-US" sz="1150" dirty="0"/>
          </a:p>
        </p:txBody>
      </p:sp>
      <p:sp>
        <p:nvSpPr>
          <p:cNvPr id="45" name="Shape 37"/>
          <p:cNvSpPr/>
          <p:nvPr/>
        </p:nvSpPr>
        <p:spPr>
          <a:xfrm>
            <a:off x="548640" y="5349240"/>
            <a:ext cx="353872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548640" y="5349240"/>
            <a:ext cx="82296" cy="9601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7" name="Text 39"/>
          <p:cNvSpPr/>
          <p:nvPr/>
        </p:nvSpPr>
        <p:spPr>
          <a:xfrm>
            <a:off x="804672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fetch</a:t>
            </a:r>
            <a:endParaRPr lang="en-US" sz="1250" dirty="0"/>
          </a:p>
        </p:txBody>
      </p:sp>
      <p:sp>
        <p:nvSpPr>
          <p:cNvPr id="48" name="Text 40"/>
          <p:cNvSpPr/>
          <p:nvPr/>
        </p:nvSpPr>
        <p:spPr>
          <a:xfrm>
            <a:off x="804672" y="57241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tsv per sample (main required / lineage optional); intermediates stay on the cluster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4306824" y="5349240"/>
            <a:ext cx="353872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50" name="Shape 42"/>
          <p:cNvSpPr/>
          <p:nvPr/>
        </p:nvSpPr>
        <p:spPr>
          <a:xfrm>
            <a:off x="4306824" y="5349240"/>
            <a:ext cx="82296" cy="9601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1" name="Text 43"/>
          <p:cNvSpPr/>
          <p:nvPr/>
        </p:nvSpPr>
        <p:spPr>
          <a:xfrm>
            <a:off x="4562856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deterministic</a:t>
            </a:r>
            <a:endParaRPr lang="en-US" sz="1250" dirty="0"/>
          </a:p>
        </p:txBody>
      </p:sp>
      <p:sp>
        <p:nvSpPr>
          <p:cNvPr id="52" name="Text 44"/>
          <p:cNvSpPr/>
          <p:nvPr/>
        </p:nvSpPr>
        <p:spPr>
          <a:xfrm>
            <a:off x="4562856" y="57241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parse/taxonomy/abundance/risk are all Python; the LLM does no computation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8065008" y="5349240"/>
            <a:ext cx="3538728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8065008" y="5349240"/>
            <a:ext cx="82296" cy="96012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5" name="Text 47"/>
          <p:cNvSpPr/>
          <p:nvPr/>
        </p:nvSpPr>
        <p:spPr>
          <a:xfrm>
            <a:off x="832104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only interprets</a:t>
            </a:r>
            <a:endParaRPr lang="en-US" sz="1250" dirty="0"/>
          </a:p>
        </p:txBody>
      </p:sp>
      <p:sp>
        <p:nvSpPr>
          <p:cNvPr id="56" name="Text 48"/>
          <p:cNvSpPr/>
          <p:nvPr/>
        </p:nvSpPr>
        <p:spPr>
          <a:xfrm>
            <a:off x="8321040" y="57241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summaries → writes narrative + [LLM] reasoning strings; not the report scaffold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LLM SITS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LLM actually writes — not the report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85216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5852160" cy="640080"/>
          </a:xfrm>
          <a:prstGeom prst="rect">
            <a:avLst/>
          </a:prstGeom>
          <a:solidFill>
            <a:srgbClr val="13355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3677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463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assembly (report_writer · no LLM)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2331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scaffold / title / timestamp / reproducibility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280720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summary table, QC table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328269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detection table, risk-level table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375818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 record, recommended-action list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42336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→ HTML rendering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5779008"/>
            <a:ext cx="5303520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852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report_writer_agent.py: no generate() call anywhere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83680" y="1463040"/>
            <a:ext cx="5056632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0" y="1463040"/>
            <a:ext cx="5056632" cy="640080"/>
          </a:xfrm>
          <a:prstGeom prst="rect">
            <a:avLst/>
          </a:prstGeom>
          <a:solidFill>
            <a:srgbClr val="E08A2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0" y="1636776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0" y="1463040"/>
            <a:ext cx="4142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contribution (Gemma / Claude)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858000" y="2331720"/>
            <a:ext cx="4507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“AI-Assisted Interpretation” narrative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858000" y="2807208"/>
            <a:ext cx="4507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[LLM] reasoning strings in taxonomy / risk tables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858000" y="3282696"/>
            <a:ext cx="4507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[LLM] notes on QC / trend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858000" y="5779008"/>
            <a:ext cx="4507992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585216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156–163: inserts the already-generated narrative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“Claude/Gemma produced the report” = the model wrote that one paragraph, embedded by the deterministic writer.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prompt pieces (narrative node)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38728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3538728" cy="777240"/>
          </a:xfrm>
          <a:prstGeom prst="rect">
            <a:avLst/>
          </a:prstGeom>
          <a:solidFill>
            <a:srgbClr val="E08A2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1664208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7008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System prompt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07008" y="1865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hard caution rules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23957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“DETECTED SEQUENCE SIGNALS, not confirmed/outbreak”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29626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 reads = weak signal, flag it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" y="352958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Phages separate; High/Critical → recommend RT-qPCR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409651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taxa/numbers/trends; 4 sections, &lt;450 words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" y="4681728"/>
            <a:ext cx="3081528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754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prompts.py:16 — this is why both stay cautious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06824" y="1463040"/>
            <a:ext cx="3538728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06824" y="1463040"/>
            <a:ext cx="3538728" cy="777240"/>
          </a:xfrm>
          <a:prstGeom prst="rect">
            <a:avLst/>
          </a:prstGeom>
          <a:solidFill>
            <a:srgbClr val="0E9AA7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62856" y="1664208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965192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User prompt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965192" y="1865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summaries (JSON)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35424" y="23957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name, n samples / sites / dates, tools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35424" y="29626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overall_risk, per-level counts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35424" y="352958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top_risk_taxa (name/level/reads/trend/reasons)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535424" y="409651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prefixed “Use only this data.”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35424" y="4681728"/>
            <a:ext cx="3081528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29" name="Text 25"/>
          <p:cNvSpPr/>
          <p:nvPr/>
        </p:nvSpPr>
        <p:spPr>
          <a:xfrm>
            <a:off x="4535424" y="4754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prompts.py:183 — summaries, not the raw tsv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8065008" y="1463040"/>
            <a:ext cx="3538728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065008" y="1463040"/>
            <a:ext cx="3538728" cy="777240"/>
          </a:xfrm>
          <a:prstGeom prst="rect">
            <a:avLst/>
          </a:prstGeom>
          <a:solidFill>
            <a:srgbClr val="13355F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1040" y="1664208"/>
            <a:ext cx="292608" cy="29260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723376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Cached prefix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8723376" y="1865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reference (cache prefix)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8293608" y="23957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SHARED_REFERENCE: curated pathogen background + rules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293608" y="296265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per-taxon pathogen_snippets appended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8293608" y="352958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across agents → prefix-cache hits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8293608" y="4681728"/>
            <a:ext cx="3081528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39" name="Text 34"/>
          <p:cNvSpPr/>
          <p:nvPr/>
        </p:nvSpPr>
        <p:spPr>
          <a:xfrm>
            <a:off x="8293608" y="4754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reference.py — stable prefix, lowers cost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548640" y="5349240"/>
            <a:ext cx="11091672" cy="960120"/>
          </a:xfrm>
          <a:prstGeom prst="rect">
            <a:avLst/>
          </a:prstGeom>
          <a:solidFill>
            <a:srgbClr val="0B1E39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868680" y="5596128"/>
            <a:ext cx="502920" cy="502920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5705856"/>
            <a:ext cx="283464" cy="28346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1554480" y="534924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3E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tsv → a deterministic chain computes the numbers → the LLM writes only an interpretation paragraph from the summaries (under strict prompts) → the deterministic writer embeds 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MetaMAVS Data Flow &amp; Prompts</dc:title>
  <dc:subject>PptxGenJS Presentation</dc:subject>
  <dc:creator>PptxGenJS</dc:creator>
  <cp:lastModifiedBy>PptxGenJS</cp:lastModifiedBy>
  <cp:revision>1</cp:revision>
  <dcterms:created xsi:type="dcterms:W3CDTF">2026-07-10T15:50:06Z</dcterms:created>
  <dcterms:modified xsi:type="dcterms:W3CDTF">2026-07-10T15:50:06Z</dcterms:modified>
</cp:coreProperties>
</file>