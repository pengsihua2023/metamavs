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 · PROJECT 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Metagenomic Multi-Agent Virus Surveillance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LangGraph-based, scientifically-cautious multi-agent system for viral surveillance from wastewater, environmental &amp; clinical metagenomes — synthesis of 9 project decks.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840480"/>
            <a:ext cx="3383280" cy="137160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3840480"/>
            <a:ext cx="82296" cy="13716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4023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097280" y="4709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nodes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840480"/>
            <a:ext cx="3383280" cy="137160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3840480"/>
            <a:ext cx="82296" cy="137160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4023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09160" y="4709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(all fired on real data)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3840480"/>
            <a:ext cx="3383280" cy="1371600"/>
          </a:xfrm>
          <a:prstGeom prst="rect">
            <a:avLst/>
          </a:prstGeom>
          <a:solidFill>
            <a:srgbClr val="12294A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0" y="3840480"/>
            <a:ext cx="82296" cy="137160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40233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3-layer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321040" y="4709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(AWS·Sapelo2·GPU)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Sihua Peng · UGA · backend: local Gemma 4 E2B (Claude optional)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3108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548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MetaMAVS is — and why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1682496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83080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1664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Ingests metagenomes → detect, classify, abundance, novelty, risk, report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Orchestrated as a LangGraph state machine (16 nodes, routing, checkpointing, human review)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Research-grade; deterministic &amp; key-free by default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72200" y="146304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91656" y="1682496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83080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49440" y="166420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(the challenge)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4652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Noisy metagenomes: host + bacteria + phage + rare virus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Many fragile, hard-to-reproduce manual steps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 of over-claiming weak hits; no coordination/decision layer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48640" y="393192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48640" y="3931920"/>
            <a:ext cx="553212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22" name="Shape 18"/>
          <p:cNvSpPr/>
          <p:nvPr/>
        </p:nvSpPr>
        <p:spPr>
          <a:xfrm>
            <a:off x="768096" y="4151376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25196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13308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22960" y="470916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State machine, not a script (routing, error diversion, HITL)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 shared state; append-only warnings/errors via reducers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LangGraph centralized in graph.py; 16 nodes stay pure &amp; testable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172200" y="393192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6172200" y="3931920"/>
            <a:ext cx="548640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8" name="Shape 23"/>
          <p:cNvSpPr/>
          <p:nvPr/>
        </p:nvSpPr>
        <p:spPr>
          <a:xfrm>
            <a:off x="6391656" y="4151376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92240" y="4251960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949440" y="41330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caution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46520" y="47091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“Detected signal”, not “confirmed infection”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low reads, phages, likely false positives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Recommends confirmatory testing for High/Critical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3108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0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&amp; AGENTS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548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data to report — and the 6 AI agents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335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FASTQ → qc → host removal → detection → taxonomy → abundance → novelty → risk → human review → LLM narrative →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55321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182880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2048256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2148840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25880" y="20299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Two-layer report build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260604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chain computes the numbers (parsers + taxonomy/abundance/risk)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report_writer (no LLM) assembles report.md, embedding each agent's output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reads computed summaries, never raw tsv; writes only interpretation prose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172200" y="1828800"/>
            <a:ext cx="5486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172200" y="182880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7" name="Shape 14"/>
          <p:cNvSpPr/>
          <p:nvPr/>
        </p:nvSpPr>
        <p:spPr>
          <a:xfrm>
            <a:off x="6391656" y="2048256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2148840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949440" y="20299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AI agents (real Genome_72)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446520" y="26060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Gate: llm.enabled + available + real input; mode marker = fired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qc·taxonomy·abundance·novel_virus·risk fire pre-review; narrative after approval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6 fired on the real run (overall High)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48640" y="411480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48640" y="4114800"/>
            <a:ext cx="82296" cy="84124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3" name="Text 19"/>
          <p:cNvSpPr/>
          <p:nvPr/>
        </p:nvSpPr>
        <p:spPr>
          <a:xfrm>
            <a:off x="777240" y="4224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777240" y="4517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3.3M reads → ADEQUATE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306824" y="411480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306824" y="4114800"/>
            <a:ext cx="82296" cy="84124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7" name="Text 23"/>
          <p:cNvSpPr/>
          <p:nvPr/>
        </p:nvSpPr>
        <p:spPr>
          <a:xfrm>
            <a:off x="4535424" y="4224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4535424" y="4517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taxa → 3 phage/11 FP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8065008" y="411480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065008" y="4114800"/>
            <a:ext cx="82296" cy="84124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1" name="Text 27"/>
          <p:cNvSpPr/>
          <p:nvPr/>
        </p:nvSpPr>
        <p:spPr>
          <a:xfrm>
            <a:off x="8293608" y="4224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abundance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8293608" y="4517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time point → no trend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548640" y="507492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548640" y="5074920"/>
            <a:ext cx="82296" cy="84124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35" name="Text 31"/>
          <p:cNvSpPr/>
          <p:nvPr/>
        </p:nvSpPr>
        <p:spPr>
          <a:xfrm>
            <a:off x="777240" y="5184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novel_virus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777240" y="547725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contigs &lt;64% RVDB → suspected-novel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306824" y="507492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306824" y="5074920"/>
            <a:ext cx="82296" cy="84124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9" name="Text 35"/>
          <p:cNvSpPr/>
          <p:nvPr/>
        </p:nvSpPr>
        <p:spPr>
          <a:xfrm>
            <a:off x="4535424" y="5184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40" name="Text 36"/>
          <p:cNvSpPr/>
          <p:nvPr/>
        </p:nvSpPr>
        <p:spPr>
          <a:xfrm>
            <a:off x="4535424" y="547725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High; SARS-related &amp; Norwalk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065008" y="5074920"/>
            <a:ext cx="3538728" cy="8412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8065008" y="5074920"/>
            <a:ext cx="82296" cy="841248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43" name="Text 39"/>
          <p:cNvSpPr/>
          <p:nvPr/>
        </p:nvSpPr>
        <p:spPr>
          <a:xfrm>
            <a:off x="8293608" y="5184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</a:t>
            </a:r>
            <a:endParaRPr lang="en-US" sz="1250" dirty="0"/>
          </a:p>
        </p:txBody>
      </p:sp>
      <p:sp>
        <p:nvSpPr>
          <p:cNvPr id="44" name="Text 40"/>
          <p:cNvSpPr/>
          <p:nvPr/>
        </p:nvSpPr>
        <p:spPr>
          <a:xfrm>
            <a:off x="8293608" y="547725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cautious Gemma narrative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3108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3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BACKEND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548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Agent-friendly tools · Claude → local Gemma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3212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1682496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83080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1664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Tool-selection criteria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Deterministic · fast/bounded · self-contained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Machine-readable actionable verdict · fail-loud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Excludes BEAST2 / IQ-TREE / Nextstrain (non-reproducible / unbounded / whole workflow)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72200" y="1463040"/>
            <a:ext cx="54864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91656" y="1682496"/>
            <a:ext cx="457200" cy="457200"/>
          </a:xfrm>
          <a:prstGeom prst="ellipse">
            <a:avLst/>
          </a:prstGeom>
          <a:solidFill>
            <a:srgbClr val="E08A2B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83080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49440" y="166420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backend migration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46520" y="2240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→ local Gemma 4 E2B via LLM_BACKEND switch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in one module; 6 agents unchanged; zero-code, reversible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Default gemma (free, private); claude for high-risk reports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111099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48640" y="4023360"/>
            <a:ext cx="11109960" cy="82296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22" name="Shape 18"/>
          <p:cNvSpPr/>
          <p:nvPr/>
        </p:nvSpPr>
        <p:spPr>
          <a:xfrm>
            <a:off x="768096" y="4242816"/>
            <a:ext cx="457200" cy="45720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" y="4343400"/>
            <a:ext cx="256032" cy="2560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4224528"/>
            <a:ext cx="10195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vs Claude — same real data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822960" y="4800600"/>
            <a:ext cx="10561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Identical risk verdict (both High); both cautious &amp; confirmation-first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Claude stronger on single-time-point honesty, methodological caveats, data grounding; Gemma reliable but more general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→ Tiered use: Gemma for routine local runs, Claude when extra nuance matters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43000"/>
            <a:ext cx="12191695" cy="27432"/>
          </a:xfrm>
          <a:prstGeom prst="rect">
            <a:avLst/>
          </a:prstGeom>
          <a:solidFill>
            <a:srgbClr val="DCE5E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1089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3108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&amp; DEPLOYMENT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548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Sapelo2 execution · 3-layer production plan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5321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463040"/>
            <a:ext cx="5532120" cy="8229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1682496"/>
            <a:ext cx="457200" cy="457200"/>
          </a:xfrm>
          <a:prstGeom prst="ellipse">
            <a:avLst/>
          </a:prstGeom>
          <a:solidFill>
            <a:srgbClr val="0E9AA7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783080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166420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execution (Sapelo2)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22960" y="2240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Local controller submits GOTTCHA2/FastQC/CheckV jobs over SSH; rsync results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Genome_72 run fetched 5 files (FastQC, GOTTCHA2 x2, CheckV, RVDB homology)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8 tables + report.md all derive from these + manifest + NCBI + config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72200" y="1463040"/>
            <a:ext cx="548640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172200" y="1463040"/>
            <a:ext cx="5486400" cy="82296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6" name="Shape 13"/>
          <p:cNvSpPr/>
          <p:nvPr/>
        </p:nvSpPr>
        <p:spPr>
          <a:xfrm>
            <a:off x="6391656" y="1682496"/>
            <a:ext cx="457200" cy="457200"/>
          </a:xfrm>
          <a:prstGeom prst="ellipse">
            <a:avLst/>
          </a:prstGeom>
          <a:solidFill>
            <a:srgbClr val="13355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1783080"/>
            <a:ext cx="256032" cy="25603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949440" y="166420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deployment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44652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 web (t4g.large): domain/login/metadata/reports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UGA Sapelo2/Globus: TB data + Slurm pipelines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RunPod GPU (A100 PCIe): local LLMs + multi-agent reasoning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48640" y="3977640"/>
            <a:ext cx="11091672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2FA36B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389120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50876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508760" y="45262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A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RunPod A100 $1.39/hr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AWS $3.43/hr (8× A100 batches). 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Budget: ~$5,551/yr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(weekday GPU online) or 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~$13,036/yr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(24/7 A100).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TAKEAWAY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working multi-agent surveillance system, proven on real data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074920" cy="137160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65960"/>
            <a:ext cx="5074920" cy="9144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core runs key-free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256946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1–3 need no LLM; the AI layer is additive &amp; degrades gracefully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965960"/>
            <a:ext cx="5074920" cy="137160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1965960"/>
            <a:ext cx="5074920" cy="91440"/>
          </a:xfrm>
          <a:prstGeom prst="rect">
            <a:avLst/>
          </a:prstGeom>
          <a:solidFill>
            <a:srgbClr val="E08A2B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2148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 agents on a real Sapelo2 run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29400" y="256946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Genome_72: all six fired; Gemma report; RVDB-verified novelty; 125+ tests pass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566160"/>
            <a:ext cx="5074920" cy="137160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2960" y="3566160"/>
            <a:ext cx="5074920" cy="91440"/>
          </a:xfrm>
          <a:prstGeom prst="rect">
            <a:avLst/>
          </a:prstGeom>
          <a:solidFill>
            <a:srgbClr val="2FA36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749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Local-first, cost-aware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097280" y="416966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local Gemma (free/private); tiered Claude; RunPod GPU far cheaper than AWS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355080" y="3566160"/>
            <a:ext cx="5074920" cy="1371600"/>
          </a:xfrm>
          <a:prstGeom prst="rect">
            <a:avLst/>
          </a:prstGeom>
          <a:solidFill>
            <a:srgbClr val="12294A"/>
          </a:solidFill>
          <a:ln/>
          <a:effectLst>
            <a:outerShdw sx="100000" sy="100000" kx="0" ky="0" algn="bl" rotWithShape="0" blurRad="101600" dist="38100" dir="5400000">
              <a:srgbClr val="9AB0C6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3566160"/>
            <a:ext cx="5074920" cy="91440"/>
          </a:xfrm>
          <a:prstGeom prst="rect">
            <a:avLst/>
          </a:prstGeom>
          <a:solidFill>
            <a:srgbClr val="13355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37490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documented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29400" y="4169664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Migration, data flow, agent triggers, model comparison, fetched files, deployment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" y="5440680"/>
            <a:ext cx="10561320" cy="86868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54406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MetaMAVS: </a:t>
            </a:r>
            <a:pPr indent="0" marL="0">
              <a:buNone/>
            </a:pPr>
            <a:r>
              <a:rPr lang="en-US" sz="1350" dirty="0">
                <a:solidFill>
                  <a:srgbClr val="EA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cautious, reproducible, LangGraph multi-agent pipeline — from raw metagenome to an AI-interpreted surveillance report.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MetaMAVS — Project Summary</dc:title>
  <dc:subject>PptxGenJS Presentation</dc:subject>
  <dc:creator>PptxGenJS</dc:creator>
  <cp:lastModifiedBy>PptxGenJS</cp:lastModifiedBy>
  <cp:revision>1</cp:revision>
  <dcterms:created xsi:type="dcterms:W3CDTF">2026-07-11T23:44:32Z</dcterms:created>
  <dcterms:modified xsi:type="dcterms:W3CDTF">2026-07-11T23:44:32Z</dcterms:modified>
</cp:coreProperties>
</file>