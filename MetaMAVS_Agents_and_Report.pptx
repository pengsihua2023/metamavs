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METAMAVS · 6 AI AGENTS &amp;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AI Agent 的</a:t>
            </a:r>
            <a:pPr indent="0" marL="0">
              <a:buNone/>
            </a:pPr>
            <a:r>
              <a:rPr lang="en-US" sz="30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pPr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indent="0" marL="0">
              <a:buNone/>
            </a:pPr>
            <a:r>
              <a:rPr lang="en-US" sz="30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的数据来源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329184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" y="27614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AI Agent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0976" y="321868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各跑 LLM，产出解读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3308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2651760"/>
            <a:ext cx="265176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651760"/>
            <a:ext cx="2651760" cy="45720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27614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state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00016" y="321868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各自的字段/标记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24204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680960" y="2651760"/>
            <a:ext cx="2468880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680960" y="2651760"/>
            <a:ext cx="2468880" cy="45720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27264" y="276148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808976" y="3218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确定性拼装(无 LLM)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16812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10515600" y="2651760"/>
            <a:ext cx="850392" cy="13716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5" name="Shape 20"/>
          <p:cNvSpPr/>
          <p:nvPr/>
        </p:nvSpPr>
        <p:spPr>
          <a:xfrm>
            <a:off x="10515600" y="2651760"/>
            <a:ext cx="850392" cy="457200"/>
          </a:xfrm>
          <a:prstGeom prst="rect">
            <a:avLst/>
          </a:prstGeom>
          <a:solidFill>
            <a:srgbClr val="2FA36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1904" y="276148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0" y="265176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43616" y="32186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.md/.html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822960" y="4572000"/>
            <a:ext cx="5074920" cy="11887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0" name="Shape 24"/>
          <p:cNvSpPr/>
          <p:nvPr/>
        </p:nvSpPr>
        <p:spPr>
          <a:xfrm>
            <a:off x="822960" y="4572000"/>
            <a:ext cx="91440" cy="11887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1" name="Text 25"/>
          <p:cNvSpPr/>
          <p:nvPr/>
        </p:nvSpPr>
        <p:spPr>
          <a:xfrm>
            <a:off x="109728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不直接写报告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9728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agent 只把 LLM 产出填进 state 字段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217920" y="4572000"/>
            <a:ext cx="5074920" cy="11887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4" name="Shape 28"/>
          <p:cNvSpPr/>
          <p:nvPr/>
        </p:nvSpPr>
        <p:spPr>
          <a:xfrm>
            <a:off x="6217920" y="4572000"/>
            <a:ext cx="91440" cy="1188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Text 29"/>
          <p:cNvSpPr/>
          <p:nvPr/>
        </p:nvSpPr>
        <p:spPr>
          <a:xfrm>
            <a:off x="649224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 确定性拼装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649224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state 各字段，拼成报告；本身无 LLM 调用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TRIGGER CONDITIONS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AI Agent 的触发条件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solidFill>
            <a:srgbClr val="E1F0F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91440" cy="640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共享门控：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llm.enabled  且  llm_available()  且  &lt;该 agent 有真实输入可解读&gt;</a:t>
            </a:r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满足则触发；state 里的 mode 标记是“确实触发”的证据。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数据条件(触发关键)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 标记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6151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qc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61518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FastQC 指标(note 非 synthetic)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1518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0" y="26151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 解析后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18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taxonomy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21868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candidates 非空(GOTTCHA2 检出)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taxonomy_summary.mode=llm+ncbi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82219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abundance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8221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trends 非空(RPM 趋势表)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8221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trend_summary.mode=llm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3822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25696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2569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novel_virus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442569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candidates 非空(CheckV 疑似新颖 contig)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42569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novel_candidate_summary.mode=llm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0" y="44256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02920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risk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50292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非空(逐 taxon 证据)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502920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risk_summary.mode=llm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44000" y="50292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32704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632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narrative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77440" y="563270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 enabled+available(总有状态)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563270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llm_narrative.status=ok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144000" y="56327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复核批准后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2819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注：narrative 在人工复核批准后才跑；其余 5 个在复核前。qc 因工具在集群异步执行，其 LLM 由 parser 在真实数据就绪后触发。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DATA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的数据来源：每个 Agent 填哪、用在哪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由确定性的 report_writer 拼装；6 个 agent 的 LLM 产出是它的“写作素材”，被嵌进对应段落。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state 的字段(素材)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 用在报告哪一段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03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qc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20370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22037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QC → AI QC 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807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taxonomy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8072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表 [LLM] 标记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8072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§5 检出与分类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10712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1071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abundance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4107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trend_summary.llm_interpretation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34107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§6 丰度趋势 → AI 趋势解读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0142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novel_virus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01421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novel_candidate_summary.candidates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40142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§7 新颖病毒候选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617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risk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461772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risk_summary.top_risks[].reasons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46177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§8 风险表 [LLM] 理由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21224"/>
            <a:ext cx="11091672" cy="60350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22122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narrative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77440" y="52212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llm_narrative.text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522122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AI-Assisted Interpretation 段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934456"/>
            <a:ext cx="11091672" cy="566928"/>
          </a:xfrm>
          <a:prstGeom prst="rect">
            <a:avLst/>
          </a:prstGeom>
          <a:solidFill>
            <a:srgbClr val="EAF3E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934456"/>
            <a:ext cx="91440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9344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其余段落全为确定性拼装(无 AI)：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项目/样本/宿主去除/人工复核/复现信息/警告 —— 直接来自 state 里的结构化表。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 Genome_72：6 个 Agent 全触发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Genome_72 · sapelo2 · GOTTCHA2 + FastQC + megahit/CheckV(+RVDB) · overall High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0482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9696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975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23042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FastQC 指标 → AI 数据充分性评估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53912" y="18288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53912" y="18288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9944" y="20482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13969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22592" y="1975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taxonomy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22592" y="23042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taxa 分类(llm+ncbi)，3 phage / 11 flagged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2004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2004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Shape 19"/>
          <p:cNvSpPr/>
          <p:nvPr/>
        </p:nvSpPr>
        <p:spPr>
          <a:xfrm>
            <a:off x="804672" y="34198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112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346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abundance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417320" y="36758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taxa 趋势解读(单时间点)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53912" y="32004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53912" y="3200400"/>
            <a:ext cx="91440" cy="120700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9" name="Shape 24"/>
          <p:cNvSpPr/>
          <p:nvPr/>
        </p:nvSpPr>
        <p:spPr>
          <a:xfrm>
            <a:off x="6409944" y="34198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511296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22592" y="3346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novel_virus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22592" y="36758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 CheckV 候选(新增 RVDB 同源→已知/疑似新颖切分)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45720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572000"/>
            <a:ext cx="91440" cy="1207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Shape 29"/>
          <p:cNvSpPr/>
          <p:nvPr/>
        </p:nvSpPr>
        <p:spPr>
          <a:xfrm>
            <a:off x="804672" y="47914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882896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17320" y="47183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417320" y="5047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High；每 taxon [LLM] 理由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153912" y="4572000"/>
            <a:ext cx="5394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53912" y="4572000"/>
            <a:ext cx="91440" cy="120700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1" name="Shape 34"/>
          <p:cNvSpPr/>
          <p:nvPr/>
        </p:nvSpPr>
        <p:spPr>
          <a:xfrm>
            <a:off x="6409944" y="4791456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4882896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22592" y="47183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narrative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022592" y="5047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写监测叙事段(复核批准后)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一句话：Agent 填 state，report_writer 拼报告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07492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统一触发范式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569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llm.enabled + llm_available() + 各自数据条件；mode 标记为证据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5074920" cy="9144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顺序有别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69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个在复核前触发；narrative 在批准后；qc 由 parser 在真实数据就绪后触发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566160"/>
            <a:ext cx="507492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报告=确定性拼装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 无 LLM；把 6 个 agent 的产出各就各位嵌进段落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566160"/>
            <a:ext cx="507492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566160"/>
            <a:ext cx="5074920" cy="9144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段落 vs 确定性段落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169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AI：QC note/分类标记/趋势/新颖候选/风险理由/叙事；其余全确定性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440680"/>
            <a:ext cx="10561320" cy="9144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440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Genome_72 真实 run：</a:t>
            </a:r>
            <a:pPr indent="0" marL="0">
              <a:buNone/>
            </a:pPr>
            <a:r>
              <a:rPr lang="en-US" sz="1400" dirty="0">
                <a:solidFill>
                  <a:srgbClr val="EA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AI agent 全部触发，report.md 的 AI 段落全部由它们的产出拼成。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6 AI Agents 触发与报告数据来源</dc:title>
  <dc:subject>PptxGenJS Presentation</dc:subject>
  <dc:creator>PptxGenJS</dc:creator>
  <cp:lastModifiedBy>PptxGenJS</cp:lastModifiedBy>
  <cp:revision>1</cp:revision>
  <dcterms:created xsi:type="dcterms:W3CDTF">2026-07-11T20:27:25Z</dcterms:created>
  <dcterms:modified xsi:type="dcterms:W3CDTF">2026-07-11T20:27:25Z</dcterms:modified>
</cp:coreProperties>
</file>