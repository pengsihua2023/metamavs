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· INFERENCE BACKEND MIGRATION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Migrating from Claude to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 E2B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multi-agent virus-surveillance system's LLM inference layer pluggable · Head-to-head output-quality comparison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069080"/>
            <a:ext cx="82296" cy="17373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431596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444398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9DB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file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33856" y="5074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change completes the migration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406908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4840" y="4069080"/>
            <a:ext cx="82296" cy="173736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7448" y="4315968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444398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</a:t>
            </a:r>
            <a:pPr indent="0" marL="0">
              <a:buNone/>
            </a:pPr>
            <a:r>
              <a:rPr lang="en-US" sz="1400" dirty="0">
                <a:solidFill>
                  <a:srgbClr val="9DB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tests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4745736" y="5074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· 0 regressions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4069080"/>
            <a:ext cx="3383280" cy="173736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0" name="Shape 16"/>
          <p:cNvSpPr/>
          <p:nvPr/>
        </p:nvSpPr>
        <p:spPr>
          <a:xfrm>
            <a:off x="8046720" y="4069080"/>
            <a:ext cx="82296" cy="17373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1" name="Shape 17"/>
          <p:cNvSpPr/>
          <p:nvPr/>
        </p:nvSpPr>
        <p:spPr>
          <a:xfrm>
            <a:off x="8339328" y="4315968"/>
            <a:ext cx="566928" cy="566928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4443984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= High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357616" y="5074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risk verdict, both models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MetaMAVS: Metagenomic Multi-Agent Virus Surveillance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switch, zero logic changes across six agents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7548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2011680" cy="868680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103120"/>
            <a:ext cx="73152" cy="8686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spc="100" kern="0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SDK)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claude-opus-4-8 · cloud, paid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2304288"/>
            <a:ext cx="493776" cy="493776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6664" y="2423160"/>
            <a:ext cx="256032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520440" y="2103120"/>
            <a:ext cx="1691640" cy="868680"/>
          </a:xfrm>
          <a:prstGeom prst="rect">
            <a:avLst/>
          </a:prstGeom>
          <a:solidFill>
            <a:srgbClr val="DFF3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520440" y="2103120"/>
            <a:ext cx="73152" cy="8686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Text 14"/>
          <p:cNvSpPr/>
          <p:nvPr/>
        </p:nvSpPr>
        <p:spPr>
          <a:xfrm>
            <a:off x="3675888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spc="100" kern="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(default)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Gemma 4 E2B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· free &amp; private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</a:t>
            </a:r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env var switches  gemma ⇄ claude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32120" y="1508760"/>
            <a:ext cx="6126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17373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84708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5508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one file changed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760720" y="2286000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never used LangChain. LLM calls were already centralized in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metamavs/llm/client.py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exposing just generate() / generate_json() — four functions.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760720" y="3154680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a backend branch inside that file; the six LLM agents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 / taxonomy / abundance / novel_virus / risk / narrative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zero business-logic changes.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8640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" y="411480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7" name="Shape 23"/>
          <p:cNvSpPr/>
          <p:nvPr/>
        </p:nvSpPr>
        <p:spPr>
          <a:xfrm>
            <a:off x="804672" y="440740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2628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6304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FIX 1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463040" y="46268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Reasoning-model token floor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04672" y="5193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reasons before answering; too few tokens starves the reply → enforce a 2048 floor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306824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306824" y="4114800"/>
            <a:ext cx="3538728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4" name="Shape 29"/>
          <p:cNvSpPr/>
          <p:nvPr/>
        </p:nvSpPr>
        <p:spPr>
          <a:xfrm>
            <a:off x="4562856" y="4407408"/>
            <a:ext cx="512064" cy="512064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52628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21224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FIX 2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221224" y="46268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Cache-breakpoint folding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4562856" y="5193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has no cache_control → shared reference folded into system; server prefix-caches it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065008" y="4114800"/>
            <a:ext cx="353872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8065008" y="411480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1" name="Shape 35"/>
          <p:cNvSpPr/>
          <p:nvPr/>
        </p:nvSpPr>
        <p:spPr>
          <a:xfrm>
            <a:off x="8321040" y="440740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452628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979408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FIX 3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8979408" y="46268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Model-attribution fix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321040" y="5193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active_model() makes reports cite the real model gemma-4-E2B-it, not the configured claude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all green, end-to-end zero errors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7830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178308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1109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A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125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59536" y="2523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regressions; Claude path preserved verbatim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06824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06824" y="1508760"/>
            <a:ext cx="91440" cy="1783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1109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errors</a:t>
            </a:r>
            <a:endParaRPr lang="en-US" sz="3800" dirty="0"/>
          </a:p>
        </p:txBody>
      </p:sp>
      <p:sp>
        <p:nvSpPr>
          <p:cNvPr id="20" name="Text 16"/>
          <p:cNvSpPr/>
          <p:nvPr/>
        </p:nvSpPr>
        <p:spPr>
          <a:xfrm>
            <a:off x="4617720" y="2523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dry-run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617720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LLM nodes fire via Gemma; report generated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065008" y="1508760"/>
            <a:ext cx="3538728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65008" y="1508760"/>
            <a:ext cx="91440" cy="178308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4" name="Shape 20"/>
          <p:cNvSpPr/>
          <p:nvPr/>
        </p:nvSpPr>
        <p:spPr>
          <a:xfrm>
            <a:off x="8357616" y="1783080"/>
            <a:ext cx="548640" cy="54864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1109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25128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3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backends</a:t>
            </a:r>
            <a:endParaRPr lang="en-US" sz="3800" dirty="0"/>
          </a:p>
        </p:txBody>
      </p:sp>
      <p:sp>
        <p:nvSpPr>
          <p:cNvPr id="27" name="Text 22"/>
          <p:cNvSpPr/>
          <p:nvPr/>
        </p:nvSpPr>
        <p:spPr>
          <a:xfrm>
            <a:off x="8375904" y="2523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switch works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75904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/ claude both available; gemma is default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548640" y="3520440"/>
            <a:ext cx="55321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85876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822960" y="43159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metamavs/llm/client.py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dual-backend branch · token floor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2960" y="46268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llm_interpretation_agent.py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real-model attribution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22960" y="493776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metamavs/llm/__init__.py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export active_model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22960" y="524865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openai&gt;=1.0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822960" y="555955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LLM backend &amp; migration notes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822960" y="587044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MIGRATION_LOG / CALLSITES</a:t>
            </a:r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inventory + log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309360" y="3520440"/>
            <a:ext cx="5349240" cy="274320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6583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evidence (identical data)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658368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ok (gemma:gemma-4-E2B-it): 1796 in, 1396 out, finish=stop</a:t>
            </a:r>
            <a:endParaRPr lang="en-US" sz="980" dirty="0"/>
          </a:p>
        </p:txBody>
      </p:sp>
      <p:sp>
        <p:nvSpPr>
          <p:cNvPr id="42" name="Text 36"/>
          <p:cNvSpPr/>
          <p:nvPr/>
        </p:nvSpPr>
        <p:spPr>
          <a:xfrm>
            <a:off x="6583680" y="44897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Abundance: LLM trend interpretation generated</a:t>
            </a:r>
            <a:endParaRPr lang="en-US" sz="980" dirty="0"/>
          </a:p>
        </p:txBody>
      </p:sp>
      <p:sp>
        <p:nvSpPr>
          <p:cNvPr id="43" name="Text 37"/>
          <p:cNvSpPr/>
          <p:nvPr/>
        </p:nvSpPr>
        <p:spPr>
          <a:xfrm>
            <a:off x="6583680" y="48188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screening: LLM assessed 1 candidate(s)</a:t>
            </a:r>
            <a:endParaRPr lang="en-US" sz="980" dirty="0"/>
          </a:p>
        </p:txBody>
      </p:sp>
      <p:sp>
        <p:nvSpPr>
          <p:cNvPr id="44" name="Text 38"/>
          <p:cNvSpPr/>
          <p:nvPr/>
        </p:nvSpPr>
        <p:spPr>
          <a:xfrm>
            <a:off x="6583680" y="5148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(llm): overall=High, review_required=True</a:t>
            </a:r>
            <a:endParaRPr lang="en-US" sz="980" dirty="0"/>
          </a:p>
        </p:txBody>
      </p:sp>
      <p:sp>
        <p:nvSpPr>
          <p:cNvPr id="45" name="Text 39"/>
          <p:cNvSpPr/>
          <p:nvPr/>
        </p:nvSpPr>
        <p:spPr>
          <a:xfrm>
            <a:off x="6583680" y="54772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narrative written: intermediate/llm_narrative.md</a:t>
            </a:r>
            <a:endParaRPr lang="en-US" sz="980" dirty="0"/>
          </a:p>
        </p:txBody>
      </p:sp>
      <p:sp>
        <p:nvSpPr>
          <p:cNvPr id="46" name="Text 40"/>
          <p:cNvSpPr/>
          <p:nvPr/>
        </p:nvSpPr>
        <p:spPr>
          <a:xfrm>
            <a:off x="6583680" y="5806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buNone/>
            </a:pPr>
            <a:r>
              <a:rPr lang="en-US" sz="98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status=completed_with_warnings, overall_risk=High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data: identical verdict, large cost &amp; speed gap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109728" cy="78638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591056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1907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81328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481328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llama-server · free &amp; private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1463040"/>
            <a:ext cx="5468112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90488" y="1463040"/>
            <a:ext cx="109728" cy="78638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1591056"/>
            <a:ext cx="530352" cy="530352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71907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23176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123176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cloud · paid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24612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6235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724912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713232" y="2724912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verdict (overall)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246120" y="2724912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623560" y="2724912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3259836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8" name="Text 24"/>
          <p:cNvSpPr/>
          <p:nvPr/>
        </p:nvSpPr>
        <p:spPr>
          <a:xfrm>
            <a:off x="713232" y="3259836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triggered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246120" y="3259836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623560" y="3259836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" y="3794760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713232" y="3794760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wall-clock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246120" y="3794760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24 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623560" y="3794760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55 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4329684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6" name="Text 32"/>
          <p:cNvSpPr/>
          <p:nvPr/>
        </p:nvSpPr>
        <p:spPr>
          <a:xfrm>
            <a:off x="713232" y="4329684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246120" y="4329684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(local)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623560" y="4329684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48640" y="4864608"/>
            <a:ext cx="7635240" cy="5349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6"/>
          <p:cNvSpPr/>
          <p:nvPr/>
        </p:nvSpPr>
        <p:spPr>
          <a:xfrm>
            <a:off x="713232" y="4864608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length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3246120" y="4864608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words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5623560" y="4864608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words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548640" y="5399532"/>
            <a:ext cx="7635240" cy="534924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44" name="Text 40"/>
          <p:cNvSpPr/>
          <p:nvPr/>
        </p:nvSpPr>
        <p:spPr>
          <a:xfrm>
            <a:off x="713232" y="5399532"/>
            <a:ext cx="25146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3246120" y="5399532"/>
            <a:ext cx="2331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(w/ reasoning)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5623560" y="5399532"/>
            <a:ext cx="24688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8412480" y="2377440"/>
            <a:ext cx="3246120" cy="356616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8686800" y="2651760"/>
            <a:ext cx="548640" cy="54864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779776"/>
            <a:ext cx="292608" cy="29260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932688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8686800" y="336499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risk verdict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High and trigger human review. Gemma's output is usable and scientifically cautious.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8686800" y="4553712"/>
            <a:ext cx="2743200" cy="18288"/>
          </a:xfrm>
          <a:prstGeom prst="rect">
            <a:avLst/>
          </a:prstGeom>
          <a:solidFill>
            <a:srgbClr val="3A5578"/>
          </a:solidFill>
          <a:ln/>
        </p:spPr>
      </p:sp>
      <p:sp>
        <p:nvSpPr>
          <p:cNvPr id="53" name="Text 48"/>
          <p:cNvSpPr/>
          <p:nvPr/>
        </p:nvSpPr>
        <p:spPr>
          <a:xfrm>
            <a:off x="868680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not correctness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more grounded with richer detail; Gemma is faster, free, local &amp; private.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NUANCE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output: Claude's professional nuance is stronger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468112" cy="64008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66420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(generic)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26243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“Detected multiple viral sequence signals… SARS-CoV-2, Influenza A, Norovirus, abundantly shed by the population.”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reasoning (correct but shallow)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" y="379476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“Matches the high-risk list with sufficient read support (6720 reads) → High.”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46725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virus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" y="49651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“Non-pathogen, non-phage virus; increasing trend; monitoring advised.”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verdict, cautious language — but stays at bullet-point level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90488" y="1463040"/>
            <a:ext cx="546811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90488" y="1463040"/>
            <a:ext cx="5468112" cy="64008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3096" y="166420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67728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83096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(anchored to real data)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83096" y="26243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 samples, two sites (site_A/B), weekly 01-01 to 01-22, classified with Kraken2 + DIAMOND.”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483096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reasoning (layered)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83096" y="379476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flagged false-positive; stable trend so High not Critical; recommend RT-qPCR confirmation.”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83096" y="46725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caveats (Gemma lacks)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83096" y="49651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“Subtype can’t be inferred from short reads; abundance alone ≠ outbreak; trend unconfirmable from limited sampling.”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83096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structured data; more rigorous epidemiological wording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by default, switch to Claude when it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74920" cy="324612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074920" cy="1097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286000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4323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860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Gemma (local)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LLM_BACKEND=gemma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34381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/ batch / dry-run &amp; standard surveillance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(2×), free, local &amp; private, no network dependency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44256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verdict, scientifically cautious output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1920240"/>
            <a:ext cx="5074920" cy="324612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1920240"/>
            <a:ext cx="5074920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2286000"/>
            <a:ext cx="603504" cy="60350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43230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2860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Claude for key cases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67512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LLM_BACKEND=claude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675120" y="34381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reports, high-risk events, formal release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7512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rigorous epi wording &amp; confirmatory advice matter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675120" y="44256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200" dirty="0">
                <a:solidFill>
                  <a:srgbClr val="D6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professional nuance and data grounding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5440680"/>
            <a:ext cx="10561320" cy="9601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4" name="Shape 20"/>
          <p:cNvSpPr/>
          <p:nvPr/>
        </p:nvSpPr>
        <p:spPr>
          <a:xfrm>
            <a:off x="1143000" y="5669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577900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828800" y="544068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complete and pushed to the new MetaMAVS repo.</a:t>
            </a:r>
            <a:pPr indent="0" marL="0">
              <a:buNone/>
            </a:pPr>
            <a:r>
              <a:rPr lang="en-US" sz="1400" dirty="0">
                <a:solidFill>
                  <a:srgbClr val="EA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switch stays — zero-code rollback — enabling tiered use, not either/or.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LLM Inference Backend Migration</dc:title>
  <dc:subject>PptxGenJS Presentation</dc:subject>
  <dc:creator>MetaMAVS</dc:creator>
  <cp:lastModifiedBy>MetaMAVS</cp:lastModifiedBy>
  <cp:revision>1</cp:revision>
  <dcterms:created xsi:type="dcterms:W3CDTF">2026-07-10T01:02:42Z</dcterms:created>
  <dcterms:modified xsi:type="dcterms:W3CDTF">2026-07-10T01:02:42Z</dcterms:modified>
</cp:coreProperties>
</file>